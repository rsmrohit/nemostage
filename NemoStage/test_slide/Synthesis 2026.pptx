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4" r:id="rId3"/>
    <p:sldMasterId id="214748369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aleway"/>
      <p:regular r:id="rId12"/>
      <p:bold r:id="rId13"/>
      <p:italic r:id="rId14"/>
      <p:boldItalic r:id="rId15"/>
    </p:embeddedFont>
    <p:embeddedFont>
      <p:font typeface="Syne ExtraBold"/>
      <p:bold r:id="rId16"/>
    </p:embeddedFont>
    <p:embeddedFont>
      <p:font typeface="Albert Sans SemiBold"/>
      <p:regular r:id="rId17"/>
      <p:bold r:id="rId18"/>
      <p:italic r:id="rId19"/>
      <p:boldItalic r:id="rId20"/>
    </p:embeddedFont>
    <p:embeddedFont>
      <p:font typeface="Syne"/>
      <p:regular r:id="rId21"/>
      <p:bold r:id="rId22"/>
    </p:embeddedFont>
    <p:embeddedFont>
      <p:font typeface="Albert Sans"/>
      <p:regular r:id="rId23"/>
      <p:bold r:id="rId24"/>
      <p:italic r:id="rId25"/>
      <p:boldItalic r:id="rId26"/>
    </p:embeddedFont>
    <p:embeddedFont>
      <p:font typeface="Syne SemiBold"/>
      <p:regular r:id="rId27"/>
      <p:bold r:id="rId28"/>
    </p:embeddedFont>
    <p:embeddedFont>
      <p:font typeface="Syne Medium"/>
      <p:regular r:id="rId29"/>
      <p:bold r:id="rId30"/>
    </p:embeddedFont>
    <p:embeddedFont>
      <p:font typeface="Open Sans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lbertSansSemiBold-boldItalic.fntdata"/><Relationship Id="rId22" Type="http://schemas.openxmlformats.org/officeDocument/2006/relationships/font" Target="fonts/Syne-bold.fntdata"/><Relationship Id="rId21" Type="http://schemas.openxmlformats.org/officeDocument/2006/relationships/font" Target="fonts/Syne-regular.fntdata"/><Relationship Id="rId24" Type="http://schemas.openxmlformats.org/officeDocument/2006/relationships/font" Target="fonts/AlbertSans-bold.fntdata"/><Relationship Id="rId23" Type="http://schemas.openxmlformats.org/officeDocument/2006/relationships/font" Target="fonts/AlbertSans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font" Target="fonts/AlbertSans-boldItalic.fntdata"/><Relationship Id="rId25" Type="http://schemas.openxmlformats.org/officeDocument/2006/relationships/font" Target="fonts/AlbertSans-italic.fntdata"/><Relationship Id="rId28" Type="http://schemas.openxmlformats.org/officeDocument/2006/relationships/font" Target="fonts/SyneSemiBold-bold.fntdata"/><Relationship Id="rId27" Type="http://schemas.openxmlformats.org/officeDocument/2006/relationships/font" Target="fonts/SyneSemiBo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SyneMedium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penSans-regular.fntdata"/><Relationship Id="rId30" Type="http://schemas.openxmlformats.org/officeDocument/2006/relationships/font" Target="fonts/SyneMedium-bold.fntdata"/><Relationship Id="rId11" Type="http://schemas.openxmlformats.org/officeDocument/2006/relationships/slide" Target="slides/slide6.xml"/><Relationship Id="rId33" Type="http://schemas.openxmlformats.org/officeDocument/2006/relationships/font" Target="fonts/OpenSans-italic.fntdata"/><Relationship Id="rId10" Type="http://schemas.openxmlformats.org/officeDocument/2006/relationships/slide" Target="slides/slide5.xml"/><Relationship Id="rId32" Type="http://schemas.openxmlformats.org/officeDocument/2006/relationships/font" Target="fonts/OpenSans-bold.fntdata"/><Relationship Id="rId13" Type="http://schemas.openxmlformats.org/officeDocument/2006/relationships/font" Target="fonts/Raleway-bold.fntdata"/><Relationship Id="rId12" Type="http://schemas.openxmlformats.org/officeDocument/2006/relationships/font" Target="fonts/Raleway-regular.fntdata"/><Relationship Id="rId34" Type="http://schemas.openxmlformats.org/officeDocument/2006/relationships/font" Target="fonts/OpenSans-boldItalic.fntdata"/><Relationship Id="rId15" Type="http://schemas.openxmlformats.org/officeDocument/2006/relationships/font" Target="fonts/Raleway-boldItalic.fntdata"/><Relationship Id="rId14" Type="http://schemas.openxmlformats.org/officeDocument/2006/relationships/font" Target="fonts/Raleway-italic.fntdata"/><Relationship Id="rId17" Type="http://schemas.openxmlformats.org/officeDocument/2006/relationships/font" Target="fonts/AlbertSansSemiBold-regular.fntdata"/><Relationship Id="rId16" Type="http://schemas.openxmlformats.org/officeDocument/2006/relationships/font" Target="fonts/SyneExtraBold-bold.fntdata"/><Relationship Id="rId19" Type="http://schemas.openxmlformats.org/officeDocument/2006/relationships/font" Target="fonts/AlbertSansSemiBold-italic.fntdata"/><Relationship Id="rId18" Type="http://schemas.openxmlformats.org/officeDocument/2006/relationships/font" Target="fonts/AlbertSans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e005723ef0_0_14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e005723ef0_0_43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e005723ef0_0_81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54dda1946d_6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54dda1946d_6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e005723ef0_0_118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 title="techstartup-osc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" name="Google Shape;10;p2"/>
          <p:cNvSpPr txBox="1"/>
          <p:nvPr>
            <p:ph type="ctrTitle"/>
          </p:nvPr>
        </p:nvSpPr>
        <p:spPr>
          <a:xfrm>
            <a:off x="713225" y="539500"/>
            <a:ext cx="7717500" cy="90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b="0" sz="500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5389400" y="3946400"/>
            <a:ext cx="3041400" cy="6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 title="techstartup-osc.jpg"/>
          <p:cNvPicPr preferRelativeResize="0"/>
          <p:nvPr/>
        </p:nvPicPr>
        <p:blipFill rotWithShape="1">
          <a:blip r:embed="rId2">
            <a:alphaModFix/>
          </a:blip>
          <a:srcRect b="0" l="0" r="31125" t="31125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" name="Google Shape;14;p3"/>
          <p:cNvSpPr txBox="1"/>
          <p:nvPr>
            <p:ph type="title"/>
          </p:nvPr>
        </p:nvSpPr>
        <p:spPr>
          <a:xfrm>
            <a:off x="713225" y="3585200"/>
            <a:ext cx="7717800" cy="10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b="0" sz="500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hasCustomPrompt="1" idx="2" type="title"/>
          </p:nvPr>
        </p:nvSpPr>
        <p:spPr>
          <a:xfrm>
            <a:off x="713225" y="499725"/>
            <a:ext cx="1267500" cy="684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0" sz="400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4" title="techstartup-osc1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" name="Google Shape;18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5" title="techstartup-osc4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" name="Google Shape;22;p5"/>
          <p:cNvSpPr txBox="1"/>
          <p:nvPr>
            <p:ph type="title"/>
          </p:nvPr>
        </p:nvSpPr>
        <p:spPr>
          <a:xfrm>
            <a:off x="720000" y="3644300"/>
            <a:ext cx="2955300" cy="95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subTitle"/>
          </p:nvPr>
        </p:nvSpPr>
        <p:spPr>
          <a:xfrm>
            <a:off x="4592700" y="3268312"/>
            <a:ext cx="3838200" cy="12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2" type="subTitle"/>
          </p:nvPr>
        </p:nvSpPr>
        <p:spPr>
          <a:xfrm>
            <a:off x="4589325" y="1219088"/>
            <a:ext cx="3838200" cy="12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3" type="subTitle"/>
          </p:nvPr>
        </p:nvSpPr>
        <p:spPr>
          <a:xfrm>
            <a:off x="4589325" y="646388"/>
            <a:ext cx="3838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4" type="subTitle"/>
          </p:nvPr>
        </p:nvSpPr>
        <p:spPr>
          <a:xfrm>
            <a:off x="4592700" y="2695612"/>
            <a:ext cx="3838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6" title="techstartup-osc1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9" name="Google Shape;29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7" title="techstartup-osc3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2" name="Google Shape;32;p7"/>
          <p:cNvSpPr txBox="1"/>
          <p:nvPr>
            <p:ph idx="1" type="subTitle"/>
          </p:nvPr>
        </p:nvSpPr>
        <p:spPr>
          <a:xfrm>
            <a:off x="4928800" y="1475100"/>
            <a:ext cx="3501900" cy="219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type="title"/>
          </p:nvPr>
        </p:nvSpPr>
        <p:spPr>
          <a:xfrm>
            <a:off x="811975" y="539488"/>
            <a:ext cx="42948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34" name="Google Shape;34;p7"/>
          <p:cNvSpPr/>
          <p:nvPr>
            <p:ph idx="2" type="pic"/>
          </p:nvPr>
        </p:nvSpPr>
        <p:spPr>
          <a:xfrm>
            <a:off x="1" y="1476775"/>
            <a:ext cx="4294800" cy="3666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8" title="techstartup-osc.jpg"/>
          <p:cNvPicPr preferRelativeResize="0"/>
          <p:nvPr/>
        </p:nvPicPr>
        <p:blipFill rotWithShape="1">
          <a:blip r:embed="rId2">
            <a:alphaModFix/>
          </a:blip>
          <a:srcRect b="0" l="0" r="31125" t="31125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7" name="Google Shape;37;p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9" title="techstartup-osc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0" name="Google Shape;40;p9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11" title="techstartup-osc4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713225" y="539500"/>
            <a:ext cx="6576000" cy="92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b="0" sz="600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subTitle"/>
          </p:nvPr>
        </p:nvSpPr>
        <p:spPr>
          <a:xfrm>
            <a:off x="5607575" y="3961100"/>
            <a:ext cx="2823300" cy="64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 title="techstartup-osc2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2" name="Google Shape;52;p13"/>
          <p:cNvSpPr txBox="1"/>
          <p:nvPr>
            <p:ph type="title"/>
          </p:nvPr>
        </p:nvSpPr>
        <p:spPr>
          <a:xfrm>
            <a:off x="713225" y="539500"/>
            <a:ext cx="3686400" cy="6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0" sz="300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hasCustomPrompt="1" idx="2" type="title"/>
          </p:nvPr>
        </p:nvSpPr>
        <p:spPr>
          <a:xfrm>
            <a:off x="4494552" y="1951075"/>
            <a:ext cx="1013400" cy="620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>
                <a:latin typeface="Syne Medium"/>
                <a:ea typeface="Syne Medium"/>
                <a:cs typeface="Syne Medium"/>
                <a:sym typeface="Syn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3"/>
          <p:cNvSpPr txBox="1"/>
          <p:nvPr>
            <p:ph hasCustomPrompt="1" idx="3" type="title"/>
          </p:nvPr>
        </p:nvSpPr>
        <p:spPr>
          <a:xfrm>
            <a:off x="4494552" y="3306275"/>
            <a:ext cx="1013400" cy="620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>
                <a:latin typeface="Syne Medium"/>
                <a:ea typeface="Syne Medium"/>
                <a:cs typeface="Syne Medium"/>
                <a:sym typeface="Syn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3"/>
          <p:cNvSpPr txBox="1"/>
          <p:nvPr>
            <p:ph hasCustomPrompt="1" idx="4" type="title"/>
          </p:nvPr>
        </p:nvSpPr>
        <p:spPr>
          <a:xfrm>
            <a:off x="4494552" y="2628675"/>
            <a:ext cx="1013400" cy="620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>
                <a:latin typeface="Syne Medium"/>
                <a:ea typeface="Syne Medium"/>
                <a:cs typeface="Syne Medium"/>
                <a:sym typeface="Syn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/>
          <p:nvPr>
            <p:ph hasCustomPrompt="1" idx="5" type="title"/>
          </p:nvPr>
        </p:nvSpPr>
        <p:spPr>
          <a:xfrm>
            <a:off x="4494552" y="3983875"/>
            <a:ext cx="1013400" cy="620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>
                <a:latin typeface="Syne Medium"/>
                <a:ea typeface="Syne Medium"/>
                <a:cs typeface="Syne Medium"/>
                <a:sym typeface="Syn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>
            <a:r>
              <a:t>xx%</a:t>
            </a:r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5559775" y="1951088"/>
            <a:ext cx="2871000" cy="62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/>
        </p:txBody>
      </p:sp>
      <p:sp>
        <p:nvSpPr>
          <p:cNvPr id="58" name="Google Shape;58;p13"/>
          <p:cNvSpPr txBox="1"/>
          <p:nvPr>
            <p:ph idx="6" type="subTitle"/>
          </p:nvPr>
        </p:nvSpPr>
        <p:spPr>
          <a:xfrm>
            <a:off x="5559775" y="2628688"/>
            <a:ext cx="2871000" cy="62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/>
        </p:txBody>
      </p:sp>
      <p:sp>
        <p:nvSpPr>
          <p:cNvPr id="59" name="Google Shape;59;p13"/>
          <p:cNvSpPr txBox="1"/>
          <p:nvPr>
            <p:ph idx="7" type="subTitle"/>
          </p:nvPr>
        </p:nvSpPr>
        <p:spPr>
          <a:xfrm>
            <a:off x="5559775" y="3306288"/>
            <a:ext cx="2871000" cy="62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/>
        </p:txBody>
      </p:sp>
      <p:sp>
        <p:nvSpPr>
          <p:cNvPr id="60" name="Google Shape;60;p13"/>
          <p:cNvSpPr txBox="1"/>
          <p:nvPr>
            <p:ph idx="8" type="subTitle"/>
          </p:nvPr>
        </p:nvSpPr>
        <p:spPr>
          <a:xfrm>
            <a:off x="5559775" y="3983888"/>
            <a:ext cx="2871000" cy="62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0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techstartup-osc3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3" name="Google Shape;63;p14"/>
          <p:cNvSpPr txBox="1"/>
          <p:nvPr>
            <p:ph idx="1" type="subTitle"/>
          </p:nvPr>
        </p:nvSpPr>
        <p:spPr>
          <a:xfrm>
            <a:off x="4928800" y="1475100"/>
            <a:ext cx="3501900" cy="219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type="title"/>
          </p:nvPr>
        </p:nvSpPr>
        <p:spPr>
          <a:xfrm>
            <a:off x="811975" y="539500"/>
            <a:ext cx="76188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b="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65" name="Google Shape;65;p14"/>
          <p:cNvSpPr/>
          <p:nvPr>
            <p:ph idx="2" type="pic"/>
          </p:nvPr>
        </p:nvSpPr>
        <p:spPr>
          <a:xfrm>
            <a:off x="1" y="1476775"/>
            <a:ext cx="4294800" cy="3666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0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 title="techstartup-osc5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8" name="Google Shape;68;p15"/>
          <p:cNvSpPr txBox="1"/>
          <p:nvPr>
            <p:ph type="title"/>
          </p:nvPr>
        </p:nvSpPr>
        <p:spPr>
          <a:xfrm>
            <a:off x="762679" y="794675"/>
            <a:ext cx="7618500" cy="698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600"/>
              <a:buNone/>
              <a:defRPr b="0" sz="400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85049" y="2398525"/>
            <a:ext cx="5196300" cy="195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 title="techstartup-osc5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2" name="Google Shape;72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" type="subTitle"/>
          </p:nvPr>
        </p:nvSpPr>
        <p:spPr>
          <a:xfrm>
            <a:off x="719750" y="3509900"/>
            <a:ext cx="3286800" cy="109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2" type="subTitle"/>
          </p:nvPr>
        </p:nvSpPr>
        <p:spPr>
          <a:xfrm>
            <a:off x="5137201" y="3499275"/>
            <a:ext cx="3286800" cy="9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3" type="subTitle"/>
          </p:nvPr>
        </p:nvSpPr>
        <p:spPr>
          <a:xfrm>
            <a:off x="5137201" y="1451925"/>
            <a:ext cx="3286800" cy="9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4" type="subTitle"/>
          </p:nvPr>
        </p:nvSpPr>
        <p:spPr>
          <a:xfrm>
            <a:off x="719750" y="2708600"/>
            <a:ext cx="3286800" cy="80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7" name="Google Shape;77;p16"/>
          <p:cNvSpPr txBox="1"/>
          <p:nvPr>
            <p:ph idx="5" type="subTitle"/>
          </p:nvPr>
        </p:nvSpPr>
        <p:spPr>
          <a:xfrm>
            <a:off x="5137201" y="2697975"/>
            <a:ext cx="3286800" cy="80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8" name="Google Shape;78;p16"/>
          <p:cNvSpPr txBox="1"/>
          <p:nvPr>
            <p:ph idx="6" type="subTitle"/>
          </p:nvPr>
        </p:nvSpPr>
        <p:spPr>
          <a:xfrm>
            <a:off x="5137204" y="650625"/>
            <a:ext cx="3286800" cy="80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techstartup-osc6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1" name="Google Shape;81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_1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8" title="techstartup-osc4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4" name="Google Shape;84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9" title="techstartup-osc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7" name="Google Shape;87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0" title="techstartup-osc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0" name="Google Shape;90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91" name="Google Shape;91;p20"/>
          <p:cNvSpPr txBox="1"/>
          <p:nvPr>
            <p:ph idx="1" type="subTitle"/>
          </p:nvPr>
        </p:nvSpPr>
        <p:spPr>
          <a:xfrm>
            <a:off x="715400" y="1710171"/>
            <a:ext cx="23928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2" name="Google Shape;92;p20"/>
          <p:cNvSpPr txBox="1"/>
          <p:nvPr>
            <p:ph idx="2" type="subTitle"/>
          </p:nvPr>
        </p:nvSpPr>
        <p:spPr>
          <a:xfrm>
            <a:off x="3376873" y="1710149"/>
            <a:ext cx="23928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3" name="Google Shape;93;p20"/>
          <p:cNvSpPr txBox="1"/>
          <p:nvPr>
            <p:ph idx="3" type="subTitle"/>
          </p:nvPr>
        </p:nvSpPr>
        <p:spPr>
          <a:xfrm>
            <a:off x="715400" y="3498801"/>
            <a:ext cx="23928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4" name="Google Shape;94;p20"/>
          <p:cNvSpPr txBox="1"/>
          <p:nvPr>
            <p:ph idx="4" type="subTitle"/>
          </p:nvPr>
        </p:nvSpPr>
        <p:spPr>
          <a:xfrm>
            <a:off x="3376873" y="3498797"/>
            <a:ext cx="23928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5" name="Google Shape;95;p20"/>
          <p:cNvSpPr txBox="1"/>
          <p:nvPr>
            <p:ph idx="5" type="subTitle"/>
          </p:nvPr>
        </p:nvSpPr>
        <p:spPr>
          <a:xfrm>
            <a:off x="6033621" y="1710149"/>
            <a:ext cx="23928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6" type="subTitle"/>
          </p:nvPr>
        </p:nvSpPr>
        <p:spPr>
          <a:xfrm>
            <a:off x="6033621" y="3498797"/>
            <a:ext cx="23928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7" type="subTitle"/>
          </p:nvPr>
        </p:nvSpPr>
        <p:spPr>
          <a:xfrm>
            <a:off x="720114" y="1017725"/>
            <a:ext cx="2392800" cy="69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8" name="Google Shape;98;p20"/>
          <p:cNvSpPr txBox="1"/>
          <p:nvPr>
            <p:ph idx="8" type="subTitle"/>
          </p:nvPr>
        </p:nvSpPr>
        <p:spPr>
          <a:xfrm>
            <a:off x="3381406" y="1017725"/>
            <a:ext cx="2392800" cy="69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9" name="Google Shape;99;p20"/>
          <p:cNvSpPr txBox="1"/>
          <p:nvPr>
            <p:ph idx="9" type="subTitle"/>
          </p:nvPr>
        </p:nvSpPr>
        <p:spPr>
          <a:xfrm>
            <a:off x="6037972" y="1017725"/>
            <a:ext cx="2392800" cy="69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00" name="Google Shape;100;p20"/>
          <p:cNvSpPr txBox="1"/>
          <p:nvPr>
            <p:ph idx="13" type="subTitle"/>
          </p:nvPr>
        </p:nvSpPr>
        <p:spPr>
          <a:xfrm>
            <a:off x="720114" y="2803098"/>
            <a:ext cx="2392800" cy="69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01" name="Google Shape;101;p20"/>
          <p:cNvSpPr txBox="1"/>
          <p:nvPr>
            <p:ph idx="14" type="subTitle"/>
          </p:nvPr>
        </p:nvSpPr>
        <p:spPr>
          <a:xfrm>
            <a:off x="3381406" y="2803098"/>
            <a:ext cx="2392800" cy="69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02" name="Google Shape;102;p20"/>
          <p:cNvSpPr txBox="1"/>
          <p:nvPr>
            <p:ph idx="15" type="subTitle"/>
          </p:nvPr>
        </p:nvSpPr>
        <p:spPr>
          <a:xfrm>
            <a:off x="6037972" y="2803098"/>
            <a:ext cx="2392800" cy="69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1" title="techstartup-osc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5" name="Google Shape;105;p21"/>
          <p:cNvSpPr txBox="1"/>
          <p:nvPr>
            <p:ph type="title"/>
          </p:nvPr>
        </p:nvSpPr>
        <p:spPr>
          <a:xfrm>
            <a:off x="713257" y="539500"/>
            <a:ext cx="2836800" cy="78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0" sz="500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106" name="Google Shape;106;p21"/>
          <p:cNvSpPr txBox="1"/>
          <p:nvPr>
            <p:ph idx="1" type="subTitle"/>
          </p:nvPr>
        </p:nvSpPr>
        <p:spPr>
          <a:xfrm>
            <a:off x="713225" y="1325575"/>
            <a:ext cx="28368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7" name="Google Shape;107;p21"/>
          <p:cNvSpPr txBox="1"/>
          <p:nvPr/>
        </p:nvSpPr>
        <p:spPr>
          <a:xfrm>
            <a:off x="5004275" y="3649552"/>
            <a:ext cx="34263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b="1" lang="en" sz="10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3"/>
              </a:rPr>
              <a:t>Slidesgo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 by </a:t>
            </a:r>
            <a:r>
              <a:rPr b="1" lang="en" sz="10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infographics &amp; images by </a:t>
            </a:r>
            <a:r>
              <a:rPr b="1" lang="en" sz="10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sz="1000" u="sng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2" title="techstartup-osc4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3" title="techstartup-osc1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5" title="techstartup-osc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7" name="Google Shape;117;p25"/>
          <p:cNvSpPr txBox="1"/>
          <p:nvPr>
            <p:ph type="ctrTitle"/>
          </p:nvPr>
        </p:nvSpPr>
        <p:spPr>
          <a:xfrm>
            <a:off x="713225" y="539500"/>
            <a:ext cx="7717500" cy="90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b="0" sz="500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18" name="Google Shape;118;p25"/>
          <p:cNvSpPr txBox="1"/>
          <p:nvPr>
            <p:ph idx="1" type="subTitle"/>
          </p:nvPr>
        </p:nvSpPr>
        <p:spPr>
          <a:xfrm>
            <a:off x="5389400" y="3946400"/>
            <a:ext cx="3041400" cy="6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6" title="techstartup-osc.jpg"/>
          <p:cNvPicPr preferRelativeResize="0"/>
          <p:nvPr/>
        </p:nvPicPr>
        <p:blipFill rotWithShape="1">
          <a:blip r:embed="rId2">
            <a:alphaModFix/>
          </a:blip>
          <a:srcRect b="0" l="0" r="31125" t="31125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1" name="Google Shape;121;p26"/>
          <p:cNvSpPr txBox="1"/>
          <p:nvPr>
            <p:ph type="title"/>
          </p:nvPr>
        </p:nvSpPr>
        <p:spPr>
          <a:xfrm>
            <a:off x="713225" y="3585200"/>
            <a:ext cx="7717800" cy="10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b="0" sz="500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2" name="Google Shape;122;p26"/>
          <p:cNvSpPr txBox="1"/>
          <p:nvPr>
            <p:ph hasCustomPrompt="1" idx="2" type="title"/>
          </p:nvPr>
        </p:nvSpPr>
        <p:spPr>
          <a:xfrm>
            <a:off x="713225" y="499725"/>
            <a:ext cx="1267500" cy="684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0" sz="400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7" title="techstartup-osc1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5" name="Google Shape;125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126" name="Google Shape;126;p27"/>
          <p:cNvSpPr txBox="1"/>
          <p:nvPr>
            <p:ph idx="1" type="body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8" title="techstartup-osc4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9" name="Google Shape;129;p28"/>
          <p:cNvSpPr txBox="1"/>
          <p:nvPr>
            <p:ph type="title"/>
          </p:nvPr>
        </p:nvSpPr>
        <p:spPr>
          <a:xfrm>
            <a:off x="720000" y="3644300"/>
            <a:ext cx="2955300" cy="95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130" name="Google Shape;130;p28"/>
          <p:cNvSpPr txBox="1"/>
          <p:nvPr>
            <p:ph idx="1" type="subTitle"/>
          </p:nvPr>
        </p:nvSpPr>
        <p:spPr>
          <a:xfrm>
            <a:off x="4592700" y="3268312"/>
            <a:ext cx="3838200" cy="12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1" name="Google Shape;131;p28"/>
          <p:cNvSpPr txBox="1"/>
          <p:nvPr>
            <p:ph idx="2" type="subTitle"/>
          </p:nvPr>
        </p:nvSpPr>
        <p:spPr>
          <a:xfrm>
            <a:off x="4589325" y="1219088"/>
            <a:ext cx="3838200" cy="12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2" name="Google Shape;132;p28"/>
          <p:cNvSpPr txBox="1"/>
          <p:nvPr>
            <p:ph idx="3" type="subTitle"/>
          </p:nvPr>
        </p:nvSpPr>
        <p:spPr>
          <a:xfrm>
            <a:off x="4589325" y="646388"/>
            <a:ext cx="3838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33" name="Google Shape;133;p28"/>
          <p:cNvSpPr txBox="1"/>
          <p:nvPr>
            <p:ph idx="4" type="subTitle"/>
          </p:nvPr>
        </p:nvSpPr>
        <p:spPr>
          <a:xfrm>
            <a:off x="4592700" y="2695612"/>
            <a:ext cx="3838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9" title="techstartup-osc1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6" name="Google Shape;136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30" title="techstartup-osc3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9" name="Google Shape;139;p30"/>
          <p:cNvSpPr txBox="1"/>
          <p:nvPr>
            <p:ph idx="1" type="subTitle"/>
          </p:nvPr>
        </p:nvSpPr>
        <p:spPr>
          <a:xfrm>
            <a:off x="4928800" y="1475100"/>
            <a:ext cx="3501900" cy="219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0" name="Google Shape;140;p30"/>
          <p:cNvSpPr txBox="1"/>
          <p:nvPr>
            <p:ph type="title"/>
          </p:nvPr>
        </p:nvSpPr>
        <p:spPr>
          <a:xfrm>
            <a:off x="811975" y="539488"/>
            <a:ext cx="42948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141" name="Google Shape;141;p30"/>
          <p:cNvSpPr/>
          <p:nvPr>
            <p:ph idx="2" type="pic"/>
          </p:nvPr>
        </p:nvSpPr>
        <p:spPr>
          <a:xfrm>
            <a:off x="1" y="1476775"/>
            <a:ext cx="4294800" cy="3666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31" title="techstartup-osc.jpg"/>
          <p:cNvPicPr preferRelativeResize="0"/>
          <p:nvPr/>
        </p:nvPicPr>
        <p:blipFill rotWithShape="1">
          <a:blip r:embed="rId2">
            <a:alphaModFix/>
          </a:blip>
          <a:srcRect b="0" l="0" r="31125" t="31125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4" name="Google Shape;144;p31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2" title="techstartup-osc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7" name="Google Shape;147;p32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148" name="Google Shape;148;p32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3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1" name="Google Shape;151;p33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34" title="techstartup-osc4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4" name="Google Shape;154;p34"/>
          <p:cNvSpPr txBox="1"/>
          <p:nvPr>
            <p:ph hasCustomPrompt="1" type="title"/>
          </p:nvPr>
        </p:nvSpPr>
        <p:spPr>
          <a:xfrm>
            <a:off x="713225" y="539500"/>
            <a:ext cx="6576000" cy="92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b="0" sz="600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55" name="Google Shape;155;p34"/>
          <p:cNvSpPr txBox="1"/>
          <p:nvPr>
            <p:ph idx="1" type="subTitle"/>
          </p:nvPr>
        </p:nvSpPr>
        <p:spPr>
          <a:xfrm>
            <a:off x="5607575" y="3961100"/>
            <a:ext cx="2823300" cy="64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36" title="techstartup-osc2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9" name="Google Shape;159;p36"/>
          <p:cNvSpPr txBox="1"/>
          <p:nvPr>
            <p:ph type="title"/>
          </p:nvPr>
        </p:nvSpPr>
        <p:spPr>
          <a:xfrm>
            <a:off x="713225" y="539500"/>
            <a:ext cx="3686400" cy="6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0" sz="300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160" name="Google Shape;160;p36"/>
          <p:cNvSpPr txBox="1"/>
          <p:nvPr>
            <p:ph hasCustomPrompt="1" idx="2" type="title"/>
          </p:nvPr>
        </p:nvSpPr>
        <p:spPr>
          <a:xfrm>
            <a:off x="4494552" y="1951075"/>
            <a:ext cx="1013400" cy="620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>
                <a:latin typeface="Syne Medium"/>
                <a:ea typeface="Syne Medium"/>
                <a:cs typeface="Syne Medium"/>
                <a:sym typeface="Syn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>
            <a:r>
              <a:t>xx%</a:t>
            </a:r>
          </a:p>
        </p:txBody>
      </p:sp>
      <p:sp>
        <p:nvSpPr>
          <p:cNvPr id="161" name="Google Shape;161;p36"/>
          <p:cNvSpPr txBox="1"/>
          <p:nvPr>
            <p:ph hasCustomPrompt="1" idx="3" type="title"/>
          </p:nvPr>
        </p:nvSpPr>
        <p:spPr>
          <a:xfrm>
            <a:off x="4494552" y="3306275"/>
            <a:ext cx="1013400" cy="620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>
                <a:latin typeface="Syne Medium"/>
                <a:ea typeface="Syne Medium"/>
                <a:cs typeface="Syne Medium"/>
                <a:sym typeface="Syn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>
            <a:r>
              <a:t>xx%</a:t>
            </a:r>
          </a:p>
        </p:txBody>
      </p:sp>
      <p:sp>
        <p:nvSpPr>
          <p:cNvPr id="162" name="Google Shape;162;p36"/>
          <p:cNvSpPr txBox="1"/>
          <p:nvPr>
            <p:ph hasCustomPrompt="1" idx="4" type="title"/>
          </p:nvPr>
        </p:nvSpPr>
        <p:spPr>
          <a:xfrm>
            <a:off x="4494552" y="2628675"/>
            <a:ext cx="1013400" cy="620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>
                <a:latin typeface="Syne Medium"/>
                <a:ea typeface="Syne Medium"/>
                <a:cs typeface="Syne Medium"/>
                <a:sym typeface="Syn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>
            <a:r>
              <a:t>xx%</a:t>
            </a:r>
          </a:p>
        </p:txBody>
      </p:sp>
      <p:sp>
        <p:nvSpPr>
          <p:cNvPr id="163" name="Google Shape;163;p36"/>
          <p:cNvSpPr txBox="1"/>
          <p:nvPr>
            <p:ph hasCustomPrompt="1" idx="5" type="title"/>
          </p:nvPr>
        </p:nvSpPr>
        <p:spPr>
          <a:xfrm>
            <a:off x="4494552" y="3983875"/>
            <a:ext cx="1013400" cy="620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>
                <a:latin typeface="Syne Medium"/>
                <a:ea typeface="Syne Medium"/>
                <a:cs typeface="Syne Medium"/>
                <a:sym typeface="Syn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>
            <a:r>
              <a:t>xx%</a:t>
            </a:r>
          </a:p>
        </p:txBody>
      </p:sp>
      <p:sp>
        <p:nvSpPr>
          <p:cNvPr id="164" name="Google Shape;164;p36"/>
          <p:cNvSpPr txBox="1"/>
          <p:nvPr>
            <p:ph idx="1" type="subTitle"/>
          </p:nvPr>
        </p:nvSpPr>
        <p:spPr>
          <a:xfrm>
            <a:off x="5559775" y="1951088"/>
            <a:ext cx="2871000" cy="62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/>
        </p:txBody>
      </p:sp>
      <p:sp>
        <p:nvSpPr>
          <p:cNvPr id="165" name="Google Shape;165;p36"/>
          <p:cNvSpPr txBox="1"/>
          <p:nvPr>
            <p:ph idx="6" type="subTitle"/>
          </p:nvPr>
        </p:nvSpPr>
        <p:spPr>
          <a:xfrm>
            <a:off x="5559775" y="2628688"/>
            <a:ext cx="2871000" cy="62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/>
        </p:txBody>
      </p:sp>
      <p:sp>
        <p:nvSpPr>
          <p:cNvPr id="166" name="Google Shape;166;p36"/>
          <p:cNvSpPr txBox="1"/>
          <p:nvPr>
            <p:ph idx="7" type="subTitle"/>
          </p:nvPr>
        </p:nvSpPr>
        <p:spPr>
          <a:xfrm>
            <a:off x="5559775" y="3306288"/>
            <a:ext cx="2871000" cy="62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/>
        </p:txBody>
      </p:sp>
      <p:sp>
        <p:nvSpPr>
          <p:cNvPr id="167" name="Google Shape;167;p36"/>
          <p:cNvSpPr txBox="1"/>
          <p:nvPr>
            <p:ph idx="8" type="subTitle"/>
          </p:nvPr>
        </p:nvSpPr>
        <p:spPr>
          <a:xfrm>
            <a:off x="5559775" y="3983888"/>
            <a:ext cx="2871000" cy="62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0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37" title="techstartup-osc3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0" name="Google Shape;170;p37"/>
          <p:cNvSpPr txBox="1"/>
          <p:nvPr>
            <p:ph idx="1" type="subTitle"/>
          </p:nvPr>
        </p:nvSpPr>
        <p:spPr>
          <a:xfrm>
            <a:off x="4928800" y="1475100"/>
            <a:ext cx="3501900" cy="219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1" name="Google Shape;171;p37"/>
          <p:cNvSpPr txBox="1"/>
          <p:nvPr>
            <p:ph type="title"/>
          </p:nvPr>
        </p:nvSpPr>
        <p:spPr>
          <a:xfrm>
            <a:off x="811975" y="539500"/>
            <a:ext cx="76188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b="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172" name="Google Shape;172;p37"/>
          <p:cNvSpPr/>
          <p:nvPr>
            <p:ph idx="2" type="pic"/>
          </p:nvPr>
        </p:nvSpPr>
        <p:spPr>
          <a:xfrm>
            <a:off x="1" y="1476775"/>
            <a:ext cx="4294800" cy="3666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0_1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38" title="techstartup-osc5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5" name="Google Shape;175;p38"/>
          <p:cNvSpPr txBox="1"/>
          <p:nvPr>
            <p:ph type="title"/>
          </p:nvPr>
        </p:nvSpPr>
        <p:spPr>
          <a:xfrm>
            <a:off x="762679" y="794675"/>
            <a:ext cx="7618500" cy="698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600"/>
              <a:buNone/>
              <a:defRPr b="0" sz="400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176" name="Google Shape;176;p38"/>
          <p:cNvSpPr txBox="1"/>
          <p:nvPr>
            <p:ph idx="1" type="body"/>
          </p:nvPr>
        </p:nvSpPr>
        <p:spPr>
          <a:xfrm>
            <a:off x="3185049" y="2398525"/>
            <a:ext cx="5196300" cy="195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9" title="techstartup-osc5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9" name="Google Shape;179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180" name="Google Shape;180;p39"/>
          <p:cNvSpPr txBox="1"/>
          <p:nvPr>
            <p:ph idx="1" type="subTitle"/>
          </p:nvPr>
        </p:nvSpPr>
        <p:spPr>
          <a:xfrm>
            <a:off x="719750" y="3509900"/>
            <a:ext cx="3286800" cy="109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1" name="Google Shape;181;p39"/>
          <p:cNvSpPr txBox="1"/>
          <p:nvPr>
            <p:ph idx="2" type="subTitle"/>
          </p:nvPr>
        </p:nvSpPr>
        <p:spPr>
          <a:xfrm>
            <a:off x="5137201" y="3499275"/>
            <a:ext cx="3286800" cy="9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2" name="Google Shape;182;p39"/>
          <p:cNvSpPr txBox="1"/>
          <p:nvPr>
            <p:ph idx="3" type="subTitle"/>
          </p:nvPr>
        </p:nvSpPr>
        <p:spPr>
          <a:xfrm>
            <a:off x="5137201" y="1451925"/>
            <a:ext cx="3286800" cy="9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3" name="Google Shape;183;p39"/>
          <p:cNvSpPr txBox="1"/>
          <p:nvPr>
            <p:ph idx="4" type="subTitle"/>
          </p:nvPr>
        </p:nvSpPr>
        <p:spPr>
          <a:xfrm>
            <a:off x="719750" y="2708600"/>
            <a:ext cx="3286800" cy="80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84" name="Google Shape;184;p39"/>
          <p:cNvSpPr txBox="1"/>
          <p:nvPr>
            <p:ph idx="5" type="subTitle"/>
          </p:nvPr>
        </p:nvSpPr>
        <p:spPr>
          <a:xfrm>
            <a:off x="5137201" y="2697975"/>
            <a:ext cx="3286800" cy="80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85" name="Google Shape;185;p39"/>
          <p:cNvSpPr txBox="1"/>
          <p:nvPr>
            <p:ph idx="6" type="subTitle"/>
          </p:nvPr>
        </p:nvSpPr>
        <p:spPr>
          <a:xfrm>
            <a:off x="5137204" y="650625"/>
            <a:ext cx="3286800" cy="80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_1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40" title="techstartup-osc6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8" name="Google Shape;188;p4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_1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41" title="techstartup-osc4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1" name="Google Shape;191;p4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1_1_1_1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42" title="techstartup-osc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4" name="Google Shape;194;p4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43" title="techstartup-osc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7" name="Google Shape;197;p4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198" name="Google Shape;198;p43"/>
          <p:cNvSpPr txBox="1"/>
          <p:nvPr>
            <p:ph idx="1" type="subTitle"/>
          </p:nvPr>
        </p:nvSpPr>
        <p:spPr>
          <a:xfrm>
            <a:off x="715400" y="1710171"/>
            <a:ext cx="23928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9" name="Google Shape;199;p43"/>
          <p:cNvSpPr txBox="1"/>
          <p:nvPr>
            <p:ph idx="2" type="subTitle"/>
          </p:nvPr>
        </p:nvSpPr>
        <p:spPr>
          <a:xfrm>
            <a:off x="3376873" y="1710149"/>
            <a:ext cx="23928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0" name="Google Shape;200;p43"/>
          <p:cNvSpPr txBox="1"/>
          <p:nvPr>
            <p:ph idx="3" type="subTitle"/>
          </p:nvPr>
        </p:nvSpPr>
        <p:spPr>
          <a:xfrm>
            <a:off x="715400" y="3498801"/>
            <a:ext cx="23928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1" name="Google Shape;201;p43"/>
          <p:cNvSpPr txBox="1"/>
          <p:nvPr>
            <p:ph idx="4" type="subTitle"/>
          </p:nvPr>
        </p:nvSpPr>
        <p:spPr>
          <a:xfrm>
            <a:off x="3376873" y="3498797"/>
            <a:ext cx="23928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2" name="Google Shape;202;p43"/>
          <p:cNvSpPr txBox="1"/>
          <p:nvPr>
            <p:ph idx="5" type="subTitle"/>
          </p:nvPr>
        </p:nvSpPr>
        <p:spPr>
          <a:xfrm>
            <a:off x="6033621" y="1710149"/>
            <a:ext cx="23928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3" name="Google Shape;203;p43"/>
          <p:cNvSpPr txBox="1"/>
          <p:nvPr>
            <p:ph idx="6" type="subTitle"/>
          </p:nvPr>
        </p:nvSpPr>
        <p:spPr>
          <a:xfrm>
            <a:off x="6033621" y="3498797"/>
            <a:ext cx="23928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4" name="Google Shape;204;p43"/>
          <p:cNvSpPr txBox="1"/>
          <p:nvPr>
            <p:ph idx="7" type="subTitle"/>
          </p:nvPr>
        </p:nvSpPr>
        <p:spPr>
          <a:xfrm>
            <a:off x="720114" y="1017725"/>
            <a:ext cx="2392800" cy="69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05" name="Google Shape;205;p43"/>
          <p:cNvSpPr txBox="1"/>
          <p:nvPr>
            <p:ph idx="8" type="subTitle"/>
          </p:nvPr>
        </p:nvSpPr>
        <p:spPr>
          <a:xfrm>
            <a:off x="3381406" y="1017725"/>
            <a:ext cx="2392800" cy="69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06" name="Google Shape;206;p43"/>
          <p:cNvSpPr txBox="1"/>
          <p:nvPr>
            <p:ph idx="9" type="subTitle"/>
          </p:nvPr>
        </p:nvSpPr>
        <p:spPr>
          <a:xfrm>
            <a:off x="6037972" y="1017725"/>
            <a:ext cx="2392800" cy="69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07" name="Google Shape;207;p43"/>
          <p:cNvSpPr txBox="1"/>
          <p:nvPr>
            <p:ph idx="13" type="subTitle"/>
          </p:nvPr>
        </p:nvSpPr>
        <p:spPr>
          <a:xfrm>
            <a:off x="720114" y="2803098"/>
            <a:ext cx="2392800" cy="69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08" name="Google Shape;208;p43"/>
          <p:cNvSpPr txBox="1"/>
          <p:nvPr>
            <p:ph idx="14" type="subTitle"/>
          </p:nvPr>
        </p:nvSpPr>
        <p:spPr>
          <a:xfrm>
            <a:off x="3381406" y="2803098"/>
            <a:ext cx="2392800" cy="69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09" name="Google Shape;209;p43"/>
          <p:cNvSpPr txBox="1"/>
          <p:nvPr>
            <p:ph idx="15" type="subTitle"/>
          </p:nvPr>
        </p:nvSpPr>
        <p:spPr>
          <a:xfrm>
            <a:off x="6037972" y="2803098"/>
            <a:ext cx="2392800" cy="69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44" title="techstartup-osc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2" name="Google Shape;212;p44"/>
          <p:cNvSpPr txBox="1"/>
          <p:nvPr>
            <p:ph type="title"/>
          </p:nvPr>
        </p:nvSpPr>
        <p:spPr>
          <a:xfrm>
            <a:off x="713257" y="539500"/>
            <a:ext cx="2836800" cy="78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0" sz="500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213" name="Google Shape;213;p44"/>
          <p:cNvSpPr txBox="1"/>
          <p:nvPr>
            <p:ph idx="1" type="subTitle"/>
          </p:nvPr>
        </p:nvSpPr>
        <p:spPr>
          <a:xfrm>
            <a:off x="713225" y="1325575"/>
            <a:ext cx="28368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4" name="Google Shape;214;p44"/>
          <p:cNvSpPr txBox="1"/>
          <p:nvPr/>
        </p:nvSpPr>
        <p:spPr>
          <a:xfrm>
            <a:off x="5004275" y="3649552"/>
            <a:ext cx="34263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b="1" lang="en" sz="10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3"/>
              </a:rPr>
              <a:t>Slidesgo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 by </a:t>
            </a:r>
            <a:r>
              <a:rPr b="1" lang="en" sz="10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infographics &amp; images by </a:t>
            </a:r>
            <a:r>
              <a:rPr b="1" lang="en" sz="10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sz="1000" u="sng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45" title="techstartup-osc4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46" title="techstartup-osc1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005723ef0_28_0)">
  <p:cSld name="Generated (g3e005723ef0_28_0)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005723ef0_7_0)">
  <p:cSld name="Generated (g3e005723ef0_7_0)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42.xml"/><Relationship Id="rId22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45.xml"/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25" Type="http://schemas.openxmlformats.org/officeDocument/2006/relationships/theme" Target="../theme/theme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41.xml"/><Relationship Id="rId18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b="1" sz="26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b="1" sz="26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b="1" sz="26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b="1" sz="26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b="1" sz="26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b="1" sz="26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b="1" sz="26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b="1" sz="26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b="1" sz="26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4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b="1" sz="26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b="1" sz="26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b="1" sz="26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b="1" sz="26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b="1" sz="26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b="1" sz="26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b="1" sz="26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b="1" sz="26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b="1" sz="26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/>
        </p:txBody>
      </p:sp>
      <p:sp>
        <p:nvSpPr>
          <p:cNvPr id="114" name="Google Shape;114;p24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  <p:sldLayoutId id="2147483688" r:id="rId19"/>
    <p:sldLayoutId id="2147483689" r:id="rId20"/>
    <p:sldLayoutId id="2147483690" r:id="rId21"/>
    <p:sldLayoutId id="2147483691" r:id="rId22"/>
    <p:sldLayoutId id="2147483692" r:id="rId23"/>
    <p:sldLayoutId id="2147483693" r:id="rId2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Relationship Id="rId4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Relationship Id="rId4" Type="http://schemas.openxmlformats.org/officeDocument/2006/relationships/image" Target="../media/image30.jpg"/><Relationship Id="rId5" Type="http://schemas.openxmlformats.org/officeDocument/2006/relationships/image" Target="../media/image27.jpg"/><Relationship Id="rId6" Type="http://schemas.openxmlformats.org/officeDocument/2006/relationships/image" Target="../media/image2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Relationship Id="rId4" Type="http://schemas.openxmlformats.org/officeDocument/2006/relationships/image" Target="../media/image26.png"/><Relationship Id="rId5" Type="http://schemas.openxmlformats.org/officeDocument/2006/relationships/image" Target="../media/image22.png"/><Relationship Id="rId6" Type="http://schemas.openxmlformats.org/officeDocument/2006/relationships/image" Target="../media/image25.png"/><Relationship Id="rId7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9"/>
          <p:cNvSpPr txBox="1"/>
          <p:nvPr/>
        </p:nvSpPr>
        <p:spPr>
          <a:xfrm>
            <a:off x="306325" y="4604000"/>
            <a:ext cx="11244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Synthesis Hacks</a:t>
            </a:r>
            <a:endParaRPr sz="10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</p:txBody>
      </p:sp>
      <p:cxnSp>
        <p:nvCxnSpPr>
          <p:cNvPr id="226" name="Google Shape;226;p49"/>
          <p:cNvCxnSpPr/>
          <p:nvPr/>
        </p:nvCxnSpPr>
        <p:spPr>
          <a:xfrm>
            <a:off x="1430700" y="4800200"/>
            <a:ext cx="8245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27" name="Google Shape;227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875" y="1736950"/>
            <a:ext cx="8528250" cy="150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060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232" name="Google Shape;232;p50"/>
          <p:cNvSpPr/>
          <p:nvPr/>
        </p:nvSpPr>
        <p:spPr>
          <a:xfrm>
            <a:off x="476250" y="381000"/>
            <a:ext cx="8191500" cy="4381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50"/>
          <p:cNvSpPr txBox="1"/>
          <p:nvPr/>
        </p:nvSpPr>
        <p:spPr>
          <a:xfrm>
            <a:off x="762000" y="571500"/>
            <a:ext cx="381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rgbClr val="FFFFFF"/>
                </a:solidFill>
                <a:latin typeface="Syne SemiBold"/>
                <a:ea typeface="Syne SemiBold"/>
                <a:cs typeface="Syne SemiBold"/>
                <a:sym typeface="Syne SemiBold"/>
              </a:rPr>
              <a:t>Event Schedule</a:t>
            </a:r>
            <a:endParaRPr b="0" sz="3200">
              <a:solidFill>
                <a:srgbClr val="FFFFFF"/>
              </a:solidFill>
              <a:latin typeface="Syne SemiBold"/>
              <a:ea typeface="Syne SemiBold"/>
              <a:cs typeface="Syne SemiBold"/>
              <a:sym typeface="Syne SemiBold"/>
            </a:endParaRPr>
          </a:p>
        </p:txBody>
      </p:sp>
      <p:sp>
        <p:nvSpPr>
          <p:cNvPr id="234" name="Google Shape;234;p50"/>
          <p:cNvSpPr txBox="1"/>
          <p:nvPr/>
        </p:nvSpPr>
        <p:spPr>
          <a:xfrm>
            <a:off x="762000" y="1143000"/>
            <a:ext cx="3810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FFFFFF"/>
                </a:solidFill>
                <a:latin typeface="Syne Medium"/>
                <a:ea typeface="Syne Medium"/>
                <a:cs typeface="Syne Medium"/>
                <a:sym typeface="Syne Medium"/>
              </a:rPr>
              <a:t>Synthesis Hacks 2026</a:t>
            </a:r>
            <a:endParaRPr b="0" sz="1600">
              <a:solidFill>
                <a:srgbClr val="FFFFFF"/>
              </a:solidFill>
              <a:latin typeface="Syne Medium"/>
              <a:ea typeface="Syne Medium"/>
              <a:cs typeface="Syne Medium"/>
              <a:sym typeface="Syne Medium"/>
            </a:endParaRPr>
          </a:p>
        </p:txBody>
      </p:sp>
      <p:grpSp>
        <p:nvGrpSpPr>
          <p:cNvPr id="235" name="Google Shape;235;p50"/>
          <p:cNvGrpSpPr/>
          <p:nvPr/>
        </p:nvGrpSpPr>
        <p:grpSpPr>
          <a:xfrm>
            <a:off x="762000" y="1709738"/>
            <a:ext cx="3429000" cy="2200350"/>
            <a:chOff x="0" y="-4762"/>
            <a:chExt cx="3429000" cy="2200350"/>
          </a:xfrm>
        </p:grpSpPr>
        <p:pic>
          <p:nvPicPr>
            <p:cNvPr id="236" name="Google Shape;236;p5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-4762"/>
              <a:ext cx="3429000" cy="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7" name="Google Shape;237;p50"/>
            <p:cNvSpPr txBox="1"/>
            <p:nvPr/>
          </p:nvSpPr>
          <p:spPr>
            <a:xfrm>
              <a:off x="0" y="95250"/>
              <a:ext cx="76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Syne"/>
                  <a:ea typeface="Syne"/>
                  <a:cs typeface="Syne"/>
                  <a:sym typeface="Syne"/>
                </a:rPr>
                <a:t>09:00 AM</a:t>
              </a:r>
              <a:endParaRPr b="1" sz="1100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endParaRPr>
            </a:p>
          </p:txBody>
        </p:sp>
        <p:sp>
          <p:nvSpPr>
            <p:cNvPr id="238" name="Google Shape;238;p50"/>
            <p:cNvSpPr txBox="1"/>
            <p:nvPr/>
          </p:nvSpPr>
          <p:spPr>
            <a:xfrm>
              <a:off x="952500" y="95250"/>
              <a:ext cx="2476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FFFFFF"/>
                  </a:solidFill>
                  <a:latin typeface="Syne SemiBold"/>
                  <a:ea typeface="Syne SemiBold"/>
                  <a:cs typeface="Syne SemiBold"/>
                  <a:sym typeface="Syne SemiBold"/>
                </a:rPr>
                <a:t>Check-in &amp; Breakfast</a:t>
              </a:r>
              <a:endParaRPr b="0" sz="1400">
                <a:solidFill>
                  <a:srgbClr val="FFFFFF"/>
                </a:solidFill>
                <a:latin typeface="Syne SemiBold"/>
                <a:ea typeface="Syne SemiBold"/>
                <a:cs typeface="Syne SemiBold"/>
                <a:sym typeface="Syne SemiBold"/>
              </a:endParaRPr>
            </a:p>
          </p:txBody>
        </p:sp>
        <p:sp>
          <p:nvSpPr>
            <p:cNvPr id="239" name="Google Shape;239;p50"/>
            <p:cNvSpPr txBox="1"/>
            <p:nvPr/>
          </p:nvSpPr>
          <p:spPr>
            <a:xfrm>
              <a:off x="952500" y="333375"/>
              <a:ext cx="2476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FFFFFF"/>
                  </a:solidFill>
                  <a:latin typeface="Albert Sans"/>
                  <a:ea typeface="Albert Sans"/>
                  <a:cs typeface="Albert Sans"/>
                  <a:sym typeface="Albert Sans"/>
                </a:rPr>
                <a:t>Doors open; breakfast served until 11:00 AM</a:t>
              </a:r>
              <a:endParaRPr b="0" sz="120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pic>
          <p:nvPicPr>
            <p:cNvPr id="240" name="Google Shape;240;p5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757238"/>
              <a:ext cx="3429000" cy="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50"/>
            <p:cNvSpPr txBox="1"/>
            <p:nvPr/>
          </p:nvSpPr>
          <p:spPr>
            <a:xfrm>
              <a:off x="0" y="857250"/>
              <a:ext cx="76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Syne"/>
                  <a:ea typeface="Syne"/>
                  <a:cs typeface="Syne"/>
                  <a:sym typeface="Syne"/>
                </a:rPr>
                <a:t>09:30 AM</a:t>
              </a:r>
              <a:endParaRPr b="1" sz="1100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endParaRPr>
            </a:p>
          </p:txBody>
        </p:sp>
        <p:sp>
          <p:nvSpPr>
            <p:cNvPr id="242" name="Google Shape;242;p50"/>
            <p:cNvSpPr txBox="1"/>
            <p:nvPr/>
          </p:nvSpPr>
          <p:spPr>
            <a:xfrm>
              <a:off x="952500" y="857250"/>
              <a:ext cx="2476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FFFFFF"/>
                  </a:solidFill>
                  <a:latin typeface="Syne SemiBold"/>
                  <a:ea typeface="Syne SemiBold"/>
                  <a:cs typeface="Syne SemiBold"/>
                  <a:sym typeface="Syne SemiBold"/>
                </a:rPr>
                <a:t>Team Mixer</a:t>
              </a:r>
              <a:endParaRPr b="0" sz="1400">
                <a:solidFill>
                  <a:srgbClr val="FFFFFF"/>
                </a:solidFill>
                <a:latin typeface="Syne SemiBold"/>
                <a:ea typeface="Syne SemiBold"/>
                <a:cs typeface="Syne SemiBold"/>
                <a:sym typeface="Syne SemiBold"/>
              </a:endParaRPr>
            </a:p>
          </p:txBody>
        </p:sp>
        <p:pic>
          <p:nvPicPr>
            <p:cNvPr id="243" name="Google Shape;243;p5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1233488"/>
              <a:ext cx="3429000" cy="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50"/>
            <p:cNvSpPr txBox="1"/>
            <p:nvPr/>
          </p:nvSpPr>
          <p:spPr>
            <a:xfrm>
              <a:off x="0" y="1333500"/>
              <a:ext cx="76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Syne"/>
                  <a:ea typeface="Syne"/>
                  <a:cs typeface="Syne"/>
                  <a:sym typeface="Syne"/>
                </a:rPr>
                <a:t>10:15 AM</a:t>
              </a:r>
              <a:endParaRPr b="1" sz="1100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endParaRPr>
            </a:p>
          </p:txBody>
        </p:sp>
        <p:sp>
          <p:nvSpPr>
            <p:cNvPr id="245" name="Google Shape;245;p50"/>
            <p:cNvSpPr txBox="1"/>
            <p:nvPr/>
          </p:nvSpPr>
          <p:spPr>
            <a:xfrm>
              <a:off x="952500" y="1333500"/>
              <a:ext cx="2476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FFFFFF"/>
                  </a:solidFill>
                  <a:latin typeface="Syne SemiBold"/>
                  <a:ea typeface="Syne SemiBold"/>
                  <a:cs typeface="Syne SemiBold"/>
                  <a:sym typeface="Syne SemiBold"/>
                </a:rPr>
                <a:t>Opening Presentation</a:t>
              </a:r>
              <a:endParaRPr b="0" sz="1400">
                <a:solidFill>
                  <a:srgbClr val="FFFFFF"/>
                </a:solidFill>
                <a:latin typeface="Syne SemiBold"/>
                <a:ea typeface="Syne SemiBold"/>
                <a:cs typeface="Syne SemiBold"/>
                <a:sym typeface="Syne SemiBold"/>
              </a:endParaRPr>
            </a:p>
          </p:txBody>
        </p:sp>
        <p:pic>
          <p:nvPicPr>
            <p:cNvPr id="246" name="Google Shape;246;p5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1709738"/>
              <a:ext cx="3429000" cy="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7" name="Google Shape;247;p50"/>
            <p:cNvSpPr txBox="1"/>
            <p:nvPr/>
          </p:nvSpPr>
          <p:spPr>
            <a:xfrm>
              <a:off x="0" y="1809750"/>
              <a:ext cx="76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Syne"/>
                  <a:ea typeface="Syne"/>
                  <a:cs typeface="Syne"/>
                  <a:sym typeface="Syne"/>
                </a:rPr>
                <a:t>10:30 AM</a:t>
              </a:r>
              <a:endParaRPr b="1" sz="1100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endParaRPr>
            </a:p>
          </p:txBody>
        </p:sp>
        <p:sp>
          <p:nvSpPr>
            <p:cNvPr id="248" name="Google Shape;248;p50"/>
            <p:cNvSpPr txBox="1"/>
            <p:nvPr/>
          </p:nvSpPr>
          <p:spPr>
            <a:xfrm>
              <a:off x="952500" y="1809750"/>
              <a:ext cx="2476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6EA8FE"/>
                  </a:solidFill>
                  <a:latin typeface="Syne SemiBold"/>
                  <a:ea typeface="Syne SemiBold"/>
                  <a:cs typeface="Syne SemiBold"/>
                  <a:sym typeface="Syne SemiBold"/>
                </a:rPr>
                <a:t>Hacking Officially Begins</a:t>
              </a:r>
              <a:endParaRPr b="0" sz="1400">
                <a:solidFill>
                  <a:srgbClr val="6EA8FE"/>
                </a:solidFill>
                <a:latin typeface="Syne SemiBold"/>
                <a:ea typeface="Syne SemiBold"/>
                <a:cs typeface="Syne SemiBold"/>
                <a:sym typeface="Syne SemiBold"/>
              </a:endParaRPr>
            </a:p>
          </p:txBody>
        </p:sp>
        <p:pic>
          <p:nvPicPr>
            <p:cNvPr id="249" name="Google Shape;249;p5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2185988"/>
              <a:ext cx="3429000" cy="9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0" name="Google Shape;250;p50"/>
          <p:cNvGrpSpPr/>
          <p:nvPr/>
        </p:nvGrpSpPr>
        <p:grpSpPr>
          <a:xfrm>
            <a:off x="4953000" y="1709738"/>
            <a:ext cx="3429000" cy="2676600"/>
            <a:chOff x="0" y="-4762"/>
            <a:chExt cx="3429000" cy="2676600"/>
          </a:xfrm>
        </p:grpSpPr>
        <p:pic>
          <p:nvPicPr>
            <p:cNvPr id="251" name="Google Shape;251;p5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-4762"/>
              <a:ext cx="3429000" cy="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2" name="Google Shape;252;p50"/>
            <p:cNvSpPr txBox="1"/>
            <p:nvPr/>
          </p:nvSpPr>
          <p:spPr>
            <a:xfrm>
              <a:off x="0" y="95250"/>
              <a:ext cx="76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Syne"/>
                  <a:ea typeface="Syne"/>
                  <a:cs typeface="Syne"/>
                  <a:sym typeface="Syne"/>
                </a:rPr>
                <a:t>01:30 PM</a:t>
              </a:r>
              <a:endParaRPr b="1" sz="1100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endParaRPr>
            </a:p>
          </p:txBody>
        </p:sp>
        <p:sp>
          <p:nvSpPr>
            <p:cNvPr id="253" name="Google Shape;253;p50"/>
            <p:cNvSpPr txBox="1"/>
            <p:nvPr/>
          </p:nvSpPr>
          <p:spPr>
            <a:xfrm>
              <a:off x="952500" y="95250"/>
              <a:ext cx="2476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FFFFFF"/>
                  </a:solidFill>
                  <a:latin typeface="Syne SemiBold"/>
                  <a:ea typeface="Syne SemiBold"/>
                  <a:cs typeface="Syne SemiBold"/>
                  <a:sym typeface="Syne SemiBold"/>
                </a:rPr>
                <a:t>Lunch Break</a:t>
              </a:r>
              <a:endParaRPr b="0" sz="1400">
                <a:solidFill>
                  <a:srgbClr val="FFFFFF"/>
                </a:solidFill>
                <a:latin typeface="Syne SemiBold"/>
                <a:ea typeface="Syne SemiBold"/>
                <a:cs typeface="Syne SemiBold"/>
                <a:sym typeface="Syne SemiBold"/>
              </a:endParaRPr>
            </a:p>
          </p:txBody>
        </p:sp>
        <p:sp>
          <p:nvSpPr>
            <p:cNvPr id="254" name="Google Shape;254;p50"/>
            <p:cNvSpPr txBox="1"/>
            <p:nvPr/>
          </p:nvSpPr>
          <p:spPr>
            <a:xfrm>
              <a:off x="952500" y="333375"/>
              <a:ext cx="2476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FFFFFF"/>
                  </a:solidFill>
                  <a:latin typeface="Albert Sans"/>
                  <a:ea typeface="Albert Sans"/>
                  <a:cs typeface="Albert Sans"/>
                  <a:sym typeface="Albert Sans"/>
                </a:rPr>
                <a:t>Available until 02:30 PM</a:t>
              </a:r>
              <a:endParaRPr b="0" sz="120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pic>
          <p:nvPicPr>
            <p:cNvPr id="255" name="Google Shape;255;p5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757238"/>
              <a:ext cx="3429000" cy="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6" name="Google Shape;256;p50"/>
            <p:cNvSpPr txBox="1"/>
            <p:nvPr/>
          </p:nvSpPr>
          <p:spPr>
            <a:xfrm>
              <a:off x="0" y="857250"/>
              <a:ext cx="76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Syne"/>
                  <a:ea typeface="Syne"/>
                  <a:cs typeface="Syne"/>
                  <a:sym typeface="Syne"/>
                </a:rPr>
                <a:t>03:00 PM</a:t>
              </a:r>
              <a:endParaRPr b="1" sz="1100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endParaRPr>
            </a:p>
          </p:txBody>
        </p:sp>
        <p:sp>
          <p:nvSpPr>
            <p:cNvPr id="257" name="Google Shape;257;p50"/>
            <p:cNvSpPr txBox="1"/>
            <p:nvPr/>
          </p:nvSpPr>
          <p:spPr>
            <a:xfrm>
              <a:off x="952500" y="857250"/>
              <a:ext cx="2476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FF6B6B"/>
                  </a:solidFill>
                  <a:latin typeface="Syne SemiBold"/>
                  <a:ea typeface="Syne SemiBold"/>
                  <a:cs typeface="Syne SemiBold"/>
                  <a:sym typeface="Syne SemiBold"/>
                </a:rPr>
                <a:t>Hacking Deadline</a:t>
              </a:r>
              <a:endParaRPr b="0" sz="1400">
                <a:solidFill>
                  <a:srgbClr val="FF6B6B"/>
                </a:solidFill>
                <a:latin typeface="Syne SemiBold"/>
                <a:ea typeface="Syne SemiBold"/>
                <a:cs typeface="Syne SemiBold"/>
                <a:sym typeface="Syne SemiBold"/>
              </a:endParaRPr>
            </a:p>
          </p:txBody>
        </p:sp>
        <p:pic>
          <p:nvPicPr>
            <p:cNvPr id="258" name="Google Shape;258;p5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1233488"/>
              <a:ext cx="3429000" cy="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9" name="Google Shape;259;p50"/>
            <p:cNvSpPr txBox="1"/>
            <p:nvPr/>
          </p:nvSpPr>
          <p:spPr>
            <a:xfrm>
              <a:off x="0" y="1333500"/>
              <a:ext cx="76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Syne"/>
                  <a:ea typeface="Syne"/>
                  <a:cs typeface="Syne"/>
                  <a:sym typeface="Syne"/>
                </a:rPr>
                <a:t>03:30 PM</a:t>
              </a:r>
              <a:endParaRPr b="1" sz="1100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endParaRPr>
            </a:p>
          </p:txBody>
        </p:sp>
        <p:sp>
          <p:nvSpPr>
            <p:cNvPr id="260" name="Google Shape;260;p50"/>
            <p:cNvSpPr txBox="1"/>
            <p:nvPr/>
          </p:nvSpPr>
          <p:spPr>
            <a:xfrm>
              <a:off x="952500" y="1333500"/>
              <a:ext cx="2476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FFFFFF"/>
                  </a:solidFill>
                  <a:latin typeface="Syne SemiBold"/>
                  <a:ea typeface="Syne SemiBold"/>
                  <a:cs typeface="Syne SemiBold"/>
                  <a:sym typeface="Syne SemiBold"/>
                </a:rPr>
                <a:t>Judging Session</a:t>
              </a:r>
              <a:endParaRPr b="0" sz="1400">
                <a:solidFill>
                  <a:srgbClr val="FFFFFF"/>
                </a:solidFill>
                <a:latin typeface="Syne SemiBold"/>
                <a:ea typeface="Syne SemiBold"/>
                <a:cs typeface="Syne SemiBold"/>
                <a:sym typeface="Syne SemiBold"/>
              </a:endParaRPr>
            </a:p>
          </p:txBody>
        </p:sp>
        <p:pic>
          <p:nvPicPr>
            <p:cNvPr id="261" name="Google Shape;261;p5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1709738"/>
              <a:ext cx="3429000" cy="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2" name="Google Shape;262;p50"/>
            <p:cNvSpPr txBox="1"/>
            <p:nvPr/>
          </p:nvSpPr>
          <p:spPr>
            <a:xfrm>
              <a:off x="0" y="1809750"/>
              <a:ext cx="76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Syne"/>
                  <a:ea typeface="Syne"/>
                  <a:cs typeface="Syne"/>
                  <a:sym typeface="Syne"/>
                </a:rPr>
                <a:t>05:30 PM</a:t>
              </a:r>
              <a:endParaRPr b="1" sz="1100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endParaRPr>
            </a:p>
          </p:txBody>
        </p:sp>
        <p:sp>
          <p:nvSpPr>
            <p:cNvPr id="263" name="Google Shape;263;p50"/>
            <p:cNvSpPr txBox="1"/>
            <p:nvPr/>
          </p:nvSpPr>
          <p:spPr>
            <a:xfrm>
              <a:off x="952500" y="1809750"/>
              <a:ext cx="2476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FFFFFF"/>
                  </a:solidFill>
                  <a:latin typeface="Syne SemiBold"/>
                  <a:ea typeface="Syne SemiBold"/>
                  <a:cs typeface="Syne SemiBold"/>
                  <a:sym typeface="Syne SemiBold"/>
                </a:rPr>
                <a:t>Winners Announced</a:t>
              </a:r>
              <a:endParaRPr b="0" sz="1400">
                <a:solidFill>
                  <a:srgbClr val="FFFFFF"/>
                </a:solidFill>
                <a:latin typeface="Syne SemiBold"/>
                <a:ea typeface="Syne SemiBold"/>
                <a:cs typeface="Syne SemiBold"/>
                <a:sym typeface="Syne SemiBold"/>
              </a:endParaRPr>
            </a:p>
          </p:txBody>
        </p:sp>
        <p:pic>
          <p:nvPicPr>
            <p:cNvPr id="264" name="Google Shape;264;p5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2185988"/>
              <a:ext cx="3429000" cy="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5" name="Google Shape;265;p50"/>
            <p:cNvSpPr txBox="1"/>
            <p:nvPr/>
          </p:nvSpPr>
          <p:spPr>
            <a:xfrm>
              <a:off x="0" y="2286000"/>
              <a:ext cx="76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Syne"/>
                  <a:ea typeface="Syne"/>
                  <a:cs typeface="Syne"/>
                  <a:sym typeface="Syne"/>
                </a:rPr>
                <a:t>06:00 PM</a:t>
              </a:r>
              <a:endParaRPr b="1" sz="1100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endParaRPr>
            </a:p>
          </p:txBody>
        </p:sp>
        <p:sp>
          <p:nvSpPr>
            <p:cNvPr id="266" name="Google Shape;266;p50"/>
            <p:cNvSpPr txBox="1"/>
            <p:nvPr/>
          </p:nvSpPr>
          <p:spPr>
            <a:xfrm>
              <a:off x="952500" y="2286000"/>
              <a:ext cx="2476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FFFFFF"/>
                  </a:solidFill>
                  <a:latin typeface="Syne SemiBold"/>
                  <a:ea typeface="Syne SemiBold"/>
                  <a:cs typeface="Syne SemiBold"/>
                  <a:sym typeface="Syne SemiBold"/>
                </a:rPr>
                <a:t>Event Ends</a:t>
              </a:r>
              <a:endParaRPr b="0" sz="1400">
                <a:solidFill>
                  <a:srgbClr val="FFFFFF"/>
                </a:solidFill>
                <a:latin typeface="Syne SemiBold"/>
                <a:ea typeface="Syne SemiBold"/>
                <a:cs typeface="Syne SemiBold"/>
                <a:sym typeface="Syne SemiBold"/>
              </a:endParaRPr>
            </a:p>
          </p:txBody>
        </p:sp>
        <p:pic>
          <p:nvPicPr>
            <p:cNvPr id="267" name="Google Shape;267;p5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2662238"/>
              <a:ext cx="3429000" cy="96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68" name="Google Shape;268;p50"/>
          <p:cNvCxnSpPr/>
          <p:nvPr/>
        </p:nvCxnSpPr>
        <p:spPr>
          <a:xfrm>
            <a:off x="306324" y="4800600"/>
            <a:ext cx="15987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9" name="Google Shape;269;p50"/>
          <p:cNvSpPr txBox="1"/>
          <p:nvPr/>
        </p:nvSpPr>
        <p:spPr>
          <a:xfrm>
            <a:off x="306324" y="4692900"/>
            <a:ext cx="11241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Synthesis Hacks</a:t>
            </a:r>
            <a:endParaRPr b="0" sz="1000">
              <a:solidFill>
                <a:srgbClr val="FFFFFF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060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274" name="Google Shape;274;p51"/>
          <p:cNvSpPr/>
          <p:nvPr/>
        </p:nvSpPr>
        <p:spPr>
          <a:xfrm>
            <a:off x="476250" y="381000"/>
            <a:ext cx="8191500" cy="4381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51"/>
          <p:cNvSpPr txBox="1"/>
          <p:nvPr/>
        </p:nvSpPr>
        <p:spPr>
          <a:xfrm>
            <a:off x="762000" y="571500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rPr>
              <a:t>Prize Tracks</a:t>
            </a:r>
            <a:endParaRPr b="1" sz="3200">
              <a:solidFill>
                <a:srgbClr val="FFFFFF"/>
              </a:solidFill>
              <a:latin typeface="Syne"/>
              <a:ea typeface="Syne"/>
              <a:cs typeface="Syne"/>
              <a:sym typeface="Syne"/>
            </a:endParaRPr>
          </a:p>
        </p:txBody>
      </p:sp>
      <p:grpSp>
        <p:nvGrpSpPr>
          <p:cNvPr id="276" name="Google Shape;276;p51"/>
          <p:cNvGrpSpPr/>
          <p:nvPr/>
        </p:nvGrpSpPr>
        <p:grpSpPr>
          <a:xfrm>
            <a:off x="762000" y="1333500"/>
            <a:ext cx="2381400" cy="1428900"/>
            <a:chOff x="0" y="0"/>
            <a:chExt cx="2381400" cy="1428900"/>
          </a:xfrm>
        </p:grpSpPr>
        <p:sp>
          <p:nvSpPr>
            <p:cNvPr id="277" name="Google Shape;277;p51"/>
            <p:cNvSpPr/>
            <p:nvPr/>
          </p:nvSpPr>
          <p:spPr>
            <a:xfrm>
              <a:off x="0" y="0"/>
              <a:ext cx="2381400" cy="1428900"/>
            </a:xfrm>
            <a:prstGeom prst="roundRect">
              <a:avLst>
                <a:gd fmla="val 5333" name="adj"/>
              </a:avLst>
            </a:prstGeom>
            <a:solidFill>
              <a:srgbClr val="000000">
                <a:alpha val="20000"/>
              </a:srgbClr>
            </a:solidFill>
            <a:ln cap="flat" cmpd="sng" w="47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51"/>
            <p:cNvSpPr txBox="1"/>
            <p:nvPr/>
          </p:nvSpPr>
          <p:spPr>
            <a:xfrm>
              <a:off x="142875" y="142875"/>
              <a:ext cx="2095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6EA8FE"/>
                  </a:solidFill>
                  <a:latin typeface="Syne SemiBold"/>
                  <a:ea typeface="Syne SemiBold"/>
                  <a:cs typeface="Syne SemiBold"/>
                  <a:sym typeface="Syne SemiBold"/>
                </a:rPr>
                <a:t>Social or Game</a:t>
              </a:r>
              <a:endParaRPr b="0" sz="1400">
                <a:solidFill>
                  <a:srgbClr val="6EA8FE"/>
                </a:solidFill>
                <a:latin typeface="Syne SemiBold"/>
                <a:ea typeface="Syne SemiBold"/>
                <a:cs typeface="Syne SemiBold"/>
                <a:sym typeface="Syne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FFFFF"/>
                  </a:solidFill>
                  <a:latin typeface="Albert Sans"/>
                  <a:ea typeface="Albert Sans"/>
                  <a:cs typeface="Albert Sans"/>
                  <a:sym typeface="Albert Sans"/>
                </a:rPr>
                <a:t>Create a technical app or game to help users understand networking concepts like interactive simulators.</a:t>
              </a:r>
              <a:endParaRPr b="0" sz="110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  <p:grpSp>
        <p:nvGrpSpPr>
          <p:cNvPr id="279" name="Google Shape;279;p51"/>
          <p:cNvGrpSpPr/>
          <p:nvPr/>
        </p:nvGrpSpPr>
        <p:grpSpPr>
          <a:xfrm>
            <a:off x="3381375" y="1333500"/>
            <a:ext cx="2381400" cy="1428900"/>
            <a:chOff x="0" y="0"/>
            <a:chExt cx="2381400" cy="1428900"/>
          </a:xfrm>
        </p:grpSpPr>
        <p:sp>
          <p:nvSpPr>
            <p:cNvPr id="280" name="Google Shape;280;p51"/>
            <p:cNvSpPr/>
            <p:nvPr/>
          </p:nvSpPr>
          <p:spPr>
            <a:xfrm>
              <a:off x="0" y="0"/>
              <a:ext cx="2381400" cy="1428900"/>
            </a:xfrm>
            <a:prstGeom prst="roundRect">
              <a:avLst>
                <a:gd fmla="val 5333" name="adj"/>
              </a:avLst>
            </a:prstGeom>
            <a:solidFill>
              <a:srgbClr val="000000">
                <a:alpha val="20000"/>
              </a:srgbClr>
            </a:solidFill>
            <a:ln cap="flat" cmpd="sng" w="47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51"/>
            <p:cNvSpPr txBox="1"/>
            <p:nvPr/>
          </p:nvSpPr>
          <p:spPr>
            <a:xfrm>
              <a:off x="142875" y="142875"/>
              <a:ext cx="2095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6EA8FE"/>
                  </a:solidFill>
                  <a:latin typeface="Syne SemiBold"/>
                  <a:ea typeface="Syne SemiBold"/>
                  <a:cs typeface="Syne SemiBold"/>
                  <a:sym typeface="Syne SemiBold"/>
                </a:rPr>
                <a:t>Network Application</a:t>
              </a:r>
              <a:endParaRPr b="0" sz="1400">
                <a:solidFill>
                  <a:srgbClr val="6EA8FE"/>
                </a:solidFill>
                <a:latin typeface="Syne SemiBold"/>
                <a:ea typeface="Syne SemiBold"/>
                <a:cs typeface="Syne SemiBold"/>
                <a:sym typeface="Syne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FFFFF"/>
                  </a:solidFill>
                  <a:latin typeface="Albert Sans"/>
                  <a:ea typeface="Albert Sans"/>
                  <a:cs typeface="Albert Sans"/>
                  <a:sym typeface="Albert Sans"/>
                </a:rPr>
                <a:t>Develop an application that involves hosting and serving multiple users across the internet.</a:t>
              </a:r>
              <a:endParaRPr b="0" sz="110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  <p:grpSp>
        <p:nvGrpSpPr>
          <p:cNvPr id="282" name="Google Shape;282;p51"/>
          <p:cNvGrpSpPr/>
          <p:nvPr/>
        </p:nvGrpSpPr>
        <p:grpSpPr>
          <a:xfrm>
            <a:off x="6000750" y="1333500"/>
            <a:ext cx="2381400" cy="1428900"/>
            <a:chOff x="0" y="0"/>
            <a:chExt cx="2381400" cy="1428900"/>
          </a:xfrm>
        </p:grpSpPr>
        <p:sp>
          <p:nvSpPr>
            <p:cNvPr id="283" name="Google Shape;283;p51"/>
            <p:cNvSpPr/>
            <p:nvPr/>
          </p:nvSpPr>
          <p:spPr>
            <a:xfrm>
              <a:off x="0" y="0"/>
              <a:ext cx="2381400" cy="1428900"/>
            </a:xfrm>
            <a:prstGeom prst="roundRect">
              <a:avLst>
                <a:gd fmla="val 5333" name="adj"/>
              </a:avLst>
            </a:prstGeom>
            <a:solidFill>
              <a:srgbClr val="000000">
                <a:alpha val="20000"/>
              </a:srgbClr>
            </a:solidFill>
            <a:ln cap="flat" cmpd="sng" w="47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51"/>
            <p:cNvSpPr txBox="1"/>
            <p:nvPr/>
          </p:nvSpPr>
          <p:spPr>
            <a:xfrm>
              <a:off x="142875" y="142875"/>
              <a:ext cx="2095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6EA8FE"/>
                  </a:solidFill>
                  <a:latin typeface="Syne SemiBold"/>
                  <a:ea typeface="Syne SemiBold"/>
                  <a:cs typeface="Syne SemiBold"/>
                  <a:sym typeface="Syne SemiBold"/>
                </a:rPr>
                <a:t>Security</a:t>
              </a:r>
              <a:endParaRPr b="0" sz="1400">
                <a:solidFill>
                  <a:srgbClr val="6EA8FE"/>
                </a:solidFill>
                <a:latin typeface="Syne SemiBold"/>
                <a:ea typeface="Syne SemiBold"/>
                <a:cs typeface="Syne SemiBold"/>
                <a:sym typeface="Syne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FFFFF"/>
                  </a:solidFill>
                  <a:latin typeface="Albert Sans"/>
                  <a:ea typeface="Albert Sans"/>
                  <a:cs typeface="Albert Sans"/>
                  <a:sym typeface="Albert Sans"/>
                </a:rPr>
                <a:t>Design and implement Access Control Lists (ACLs) to effectively secure and filter network traffic.</a:t>
              </a:r>
              <a:endParaRPr b="0" sz="110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  <p:grpSp>
        <p:nvGrpSpPr>
          <p:cNvPr id="285" name="Google Shape;285;p51"/>
          <p:cNvGrpSpPr/>
          <p:nvPr/>
        </p:nvGrpSpPr>
        <p:grpSpPr>
          <a:xfrm>
            <a:off x="762000" y="3000375"/>
            <a:ext cx="3714900" cy="1333500"/>
            <a:chOff x="0" y="0"/>
            <a:chExt cx="3714900" cy="1333500"/>
          </a:xfrm>
        </p:grpSpPr>
        <p:sp>
          <p:nvSpPr>
            <p:cNvPr id="286" name="Google Shape;286;p51"/>
            <p:cNvSpPr/>
            <p:nvPr/>
          </p:nvSpPr>
          <p:spPr>
            <a:xfrm>
              <a:off x="0" y="0"/>
              <a:ext cx="3714900" cy="1333500"/>
            </a:xfrm>
            <a:prstGeom prst="roundRect">
              <a:avLst>
                <a:gd fmla="val 5714" name="adj"/>
              </a:avLst>
            </a:prstGeom>
            <a:solidFill>
              <a:srgbClr val="000000">
                <a:alpha val="20000"/>
              </a:srgbClr>
            </a:solidFill>
            <a:ln cap="flat" cmpd="sng" w="47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51"/>
            <p:cNvSpPr txBox="1"/>
            <p:nvPr/>
          </p:nvSpPr>
          <p:spPr>
            <a:xfrm>
              <a:off x="142875" y="142875"/>
              <a:ext cx="3429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6EA8FE"/>
                  </a:solidFill>
                  <a:latin typeface="Syne SemiBold"/>
                  <a:ea typeface="Syne SemiBold"/>
                  <a:cs typeface="Syne SemiBold"/>
                  <a:sym typeface="Syne SemiBold"/>
                </a:rPr>
                <a:t>Programmability &amp; Automation</a:t>
              </a:r>
              <a:endParaRPr b="0" sz="1400">
                <a:solidFill>
                  <a:srgbClr val="6EA8FE"/>
                </a:solidFill>
                <a:latin typeface="Syne SemiBold"/>
                <a:ea typeface="Syne SemiBold"/>
                <a:cs typeface="Syne SemiBold"/>
                <a:sym typeface="Syne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FFFFF"/>
                  </a:solidFill>
                  <a:latin typeface="Albert Sans"/>
                  <a:ea typeface="Albert Sans"/>
                  <a:cs typeface="Albert Sans"/>
                  <a:sym typeface="Albert Sans"/>
                </a:rPr>
                <a:t>Leverage Python with Netmiko </a:t>
              </a:r>
              <a:r>
                <a:rPr lang="en" sz="1100">
                  <a:solidFill>
                    <a:srgbClr val="FFFFFF"/>
                  </a:solidFill>
                  <a:latin typeface="Albert Sans"/>
                  <a:ea typeface="Albert Sans"/>
                  <a:cs typeface="Albert Sans"/>
                  <a:sym typeface="Albert Sans"/>
                </a:rPr>
                <a:t>through Emulated Cisco devices on Gns3</a:t>
              </a:r>
              <a:endParaRPr b="0" sz="110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  <p:grpSp>
        <p:nvGrpSpPr>
          <p:cNvPr id="288" name="Google Shape;288;p51"/>
          <p:cNvGrpSpPr/>
          <p:nvPr/>
        </p:nvGrpSpPr>
        <p:grpSpPr>
          <a:xfrm>
            <a:off x="4667250" y="3000375"/>
            <a:ext cx="3714900" cy="1333500"/>
            <a:chOff x="0" y="0"/>
            <a:chExt cx="3714900" cy="1333500"/>
          </a:xfrm>
        </p:grpSpPr>
        <p:sp>
          <p:nvSpPr>
            <p:cNvPr id="289" name="Google Shape;289;p51"/>
            <p:cNvSpPr/>
            <p:nvPr/>
          </p:nvSpPr>
          <p:spPr>
            <a:xfrm>
              <a:off x="0" y="0"/>
              <a:ext cx="3714900" cy="1333500"/>
            </a:xfrm>
            <a:prstGeom prst="roundRect">
              <a:avLst>
                <a:gd fmla="val 5714" name="adj"/>
              </a:avLst>
            </a:prstGeom>
            <a:solidFill>
              <a:srgbClr val="000000">
                <a:alpha val="20000"/>
              </a:srgbClr>
            </a:solidFill>
            <a:ln cap="flat" cmpd="sng" w="47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51"/>
            <p:cNvSpPr txBox="1"/>
            <p:nvPr/>
          </p:nvSpPr>
          <p:spPr>
            <a:xfrm>
              <a:off x="142875" y="142875"/>
              <a:ext cx="3429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6EA8FE"/>
                  </a:solidFill>
                  <a:latin typeface="Syne SemiBold"/>
                  <a:ea typeface="Syne SemiBold"/>
                  <a:cs typeface="Syne SemiBold"/>
                  <a:sym typeface="Syne SemiBold"/>
                </a:rPr>
                <a:t>Network Analysis</a:t>
              </a:r>
              <a:endParaRPr b="0" sz="1400">
                <a:solidFill>
                  <a:srgbClr val="6EA8FE"/>
                </a:solidFill>
                <a:latin typeface="Syne SemiBold"/>
                <a:ea typeface="Syne SemiBold"/>
                <a:cs typeface="Syne SemiBold"/>
                <a:sym typeface="Syne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FFFFF"/>
                  </a:solidFill>
                  <a:latin typeface="Albert Sans"/>
                  <a:ea typeface="Albert Sans"/>
                  <a:cs typeface="Albert Sans"/>
                  <a:sym typeface="Albert Sans"/>
                </a:rPr>
                <a:t>Build a tool or dashboard that ingests packet captures to analyze traffic behavior and security threats.</a:t>
              </a:r>
              <a:endParaRPr b="0" sz="110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  <p:cxnSp>
        <p:nvCxnSpPr>
          <p:cNvPr id="291" name="Google Shape;291;p51"/>
          <p:cNvCxnSpPr/>
          <p:nvPr/>
        </p:nvCxnSpPr>
        <p:spPr>
          <a:xfrm>
            <a:off x="1104900" y="4800600"/>
            <a:ext cx="16002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2" name="Google Shape;292;p51"/>
          <p:cNvSpPr txBox="1"/>
          <p:nvPr/>
        </p:nvSpPr>
        <p:spPr>
          <a:xfrm>
            <a:off x="304800" y="4686300"/>
            <a:ext cx="1143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Synthesis Hacks</a:t>
            </a:r>
            <a:endParaRPr b="0" sz="1000">
              <a:solidFill>
                <a:srgbClr val="FFFFFF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060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52"/>
          <p:cNvSpPr/>
          <p:nvPr/>
        </p:nvSpPr>
        <p:spPr>
          <a:xfrm>
            <a:off x="476250" y="381000"/>
            <a:ext cx="8191500" cy="4381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52"/>
          <p:cNvSpPr txBox="1"/>
          <p:nvPr/>
        </p:nvSpPr>
        <p:spPr>
          <a:xfrm>
            <a:off x="762000" y="571500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rPr b="1" lang="en" sz="3200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rPr>
              <a:t>Technical Deep Dives &amp; Guidance</a:t>
            </a:r>
            <a:endParaRPr b="1" sz="3200">
              <a:solidFill>
                <a:srgbClr val="FFFFFF"/>
              </a:solidFill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299" name="Google Shape;299;p52"/>
          <p:cNvSpPr txBox="1"/>
          <p:nvPr/>
        </p:nvSpPr>
        <p:spPr>
          <a:xfrm>
            <a:off x="762000" y="1095375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rPr b="0" lang="en" sz="1200">
                <a:solidFill>
                  <a:srgbClr val="6EA8FE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Hosted immediately following the Opening Ceremony</a:t>
            </a:r>
            <a:endParaRPr b="0" sz="1200">
              <a:solidFill>
                <a:srgbClr val="6EA8FE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</p:txBody>
      </p:sp>
      <p:grpSp>
        <p:nvGrpSpPr>
          <p:cNvPr id="300" name="Google Shape;300;p52"/>
          <p:cNvGrpSpPr/>
          <p:nvPr/>
        </p:nvGrpSpPr>
        <p:grpSpPr>
          <a:xfrm>
            <a:off x="762000" y="1619250"/>
            <a:ext cx="2476500" cy="2667000"/>
            <a:chOff x="762000" y="1619250"/>
            <a:chExt cx="2476500" cy="2667000"/>
          </a:xfrm>
        </p:grpSpPr>
        <p:sp>
          <p:nvSpPr>
            <p:cNvPr id="301" name="Google Shape;301;p52"/>
            <p:cNvSpPr/>
            <p:nvPr/>
          </p:nvSpPr>
          <p:spPr>
            <a:xfrm>
              <a:off x="762000" y="1619250"/>
              <a:ext cx="2476500" cy="2667000"/>
            </a:xfrm>
            <a:prstGeom prst="roundRect">
              <a:avLst>
                <a:gd fmla="val 4615" name="adj"/>
              </a:avLst>
            </a:prstGeom>
            <a:solidFill>
              <a:srgbClr val="000000">
                <a:alpha val="20000"/>
              </a:srgbClr>
            </a:solidFill>
            <a:ln cap="flat" cmpd="sng" w="47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High-tech server room with glowing blue ethernet cables and a Python logo overlay, professional and clean." id="302" name="Google Shape;302;p52"/>
            <p:cNvPicPr preferRelativeResize="0"/>
            <p:nvPr/>
          </p:nvPicPr>
          <p:blipFill rotWithShape="1">
            <a:blip r:embed="rId4">
              <a:alphaModFix/>
            </a:blip>
            <a:srcRect b="-20005" l="1248" r="1248" t="0"/>
            <a:stretch/>
          </p:blipFill>
          <p:spPr>
            <a:xfrm>
              <a:off x="762000" y="1619250"/>
              <a:ext cx="2476500" cy="1714500"/>
            </a:xfrm>
            <a:prstGeom prst="roundRect">
              <a:avLst>
                <a:gd fmla="val 6666" name="adj"/>
              </a:avLst>
            </a:prstGeom>
            <a:noFill/>
            <a:ln>
              <a:noFill/>
            </a:ln>
          </p:spPr>
        </p:pic>
        <p:sp>
          <p:nvSpPr>
            <p:cNvPr id="303" name="Google Shape;303;p52"/>
            <p:cNvSpPr txBox="1"/>
            <p:nvPr/>
          </p:nvSpPr>
          <p:spPr>
            <a:xfrm>
              <a:off x="904875" y="3143250"/>
              <a:ext cx="21909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6EA8FE"/>
                  </a:solidFill>
                  <a:latin typeface="Syne"/>
                  <a:ea typeface="Syne"/>
                  <a:cs typeface="Syne"/>
                  <a:sym typeface="Syne"/>
                </a:rPr>
                <a:t>Track Leader: Rachit Verma</a:t>
              </a:r>
              <a:endParaRPr b="1" sz="850">
                <a:solidFill>
                  <a:srgbClr val="6EA8FE"/>
                </a:solidFill>
                <a:latin typeface="Syne"/>
                <a:ea typeface="Syne"/>
                <a:cs typeface="Syne"/>
                <a:sym typeface="Syne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530">
                  <a:solidFill>
                    <a:srgbClr val="6EA8FE"/>
                  </a:solidFill>
                  <a:latin typeface="Syne SemiBold"/>
                  <a:ea typeface="Syne SemiBold"/>
                  <a:cs typeface="Syne SemiBold"/>
                  <a:sym typeface="Syne SemiBold"/>
                </a:rPr>
                <a:t>Programmability &amp; Automation</a:t>
              </a:r>
              <a:endParaRPr b="0" sz="1530">
                <a:solidFill>
                  <a:srgbClr val="6EA8FE"/>
                </a:solidFill>
                <a:latin typeface="Syne SemiBold"/>
                <a:ea typeface="Syne SemiBold"/>
                <a:cs typeface="Syne SemiBold"/>
                <a:sym typeface="Syne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0" lang="en" sz="935">
                  <a:solidFill>
                    <a:srgbClr val="FFFFFF"/>
                  </a:solidFill>
                  <a:latin typeface="Albert Sans"/>
                  <a:ea typeface="Albert Sans"/>
                  <a:cs typeface="Albert Sans"/>
                  <a:sym typeface="Albert Sans"/>
                </a:rPr>
                <a:t>Deep dive into Python scripting and GNS3 workflows.</a:t>
              </a:r>
              <a:endParaRPr b="0" sz="935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  <p:grpSp>
        <p:nvGrpSpPr>
          <p:cNvPr id="304" name="Google Shape;304;p52"/>
          <p:cNvGrpSpPr/>
          <p:nvPr/>
        </p:nvGrpSpPr>
        <p:grpSpPr>
          <a:xfrm>
            <a:off x="3333750" y="1619250"/>
            <a:ext cx="2476500" cy="2667000"/>
            <a:chOff x="3333750" y="1619250"/>
            <a:chExt cx="2476500" cy="2667000"/>
          </a:xfrm>
        </p:grpSpPr>
        <p:sp>
          <p:nvSpPr>
            <p:cNvPr id="305" name="Google Shape;305;p52"/>
            <p:cNvSpPr/>
            <p:nvPr/>
          </p:nvSpPr>
          <p:spPr>
            <a:xfrm>
              <a:off x="3333750" y="1619250"/>
              <a:ext cx="2476500" cy="2667000"/>
            </a:xfrm>
            <a:prstGeom prst="roundRect">
              <a:avLst>
                <a:gd fmla="val 4615" name="adj"/>
              </a:avLst>
            </a:prstGeom>
            <a:solidFill>
              <a:srgbClr val="000000">
                <a:alpha val="20000"/>
              </a:srgbClr>
            </a:solidFill>
            <a:ln cap="flat" cmpd="sng" w="47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Digital security shield icon with glowing network traffic lines on a dark blue tech background." id="306" name="Google Shape;306;p52"/>
            <p:cNvPicPr preferRelativeResize="0"/>
            <p:nvPr/>
          </p:nvPicPr>
          <p:blipFill rotWithShape="1">
            <a:blip r:embed="rId5">
              <a:alphaModFix/>
            </a:blip>
            <a:srcRect b="-20005" l="1248" r="1248" t="0"/>
            <a:stretch/>
          </p:blipFill>
          <p:spPr>
            <a:xfrm>
              <a:off x="3333750" y="1619250"/>
              <a:ext cx="2476500" cy="1714500"/>
            </a:xfrm>
            <a:prstGeom prst="roundRect">
              <a:avLst>
                <a:gd fmla="val 6666" name="adj"/>
              </a:avLst>
            </a:prstGeom>
            <a:noFill/>
            <a:ln>
              <a:noFill/>
            </a:ln>
          </p:spPr>
        </p:pic>
        <p:sp>
          <p:nvSpPr>
            <p:cNvPr id="307" name="Google Shape;307;p52"/>
            <p:cNvSpPr txBox="1"/>
            <p:nvPr/>
          </p:nvSpPr>
          <p:spPr>
            <a:xfrm>
              <a:off x="3476625" y="3143250"/>
              <a:ext cx="21909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6EA8FE"/>
                  </a:solidFill>
                  <a:latin typeface="Syne"/>
                  <a:ea typeface="Syne"/>
                  <a:cs typeface="Syne"/>
                  <a:sym typeface="Syne"/>
                </a:rPr>
                <a:t>Track Leader: Richard Graziani</a:t>
              </a:r>
              <a:endParaRPr b="1" sz="850">
                <a:solidFill>
                  <a:srgbClr val="6EA8FE"/>
                </a:solidFill>
                <a:latin typeface="Syne"/>
                <a:ea typeface="Syne"/>
                <a:cs typeface="Syne"/>
                <a:sym typeface="Syne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530">
                  <a:solidFill>
                    <a:srgbClr val="6EA8FE"/>
                  </a:solidFill>
                  <a:latin typeface="Syne SemiBold"/>
                  <a:ea typeface="Syne SemiBold"/>
                  <a:cs typeface="Syne SemiBold"/>
                  <a:sym typeface="Syne SemiBold"/>
                </a:rPr>
                <a:t>Security</a:t>
              </a:r>
              <a:endParaRPr b="0" sz="1530">
                <a:solidFill>
                  <a:srgbClr val="6EA8FE"/>
                </a:solidFill>
                <a:latin typeface="Syne SemiBold"/>
                <a:ea typeface="Syne SemiBold"/>
                <a:cs typeface="Syne SemiBold"/>
                <a:sym typeface="Syne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0" lang="en" sz="935">
                  <a:solidFill>
                    <a:srgbClr val="FFFFFF"/>
                  </a:solidFill>
                  <a:latin typeface="Albert Sans"/>
                  <a:ea typeface="Albert Sans"/>
                  <a:cs typeface="Albert Sans"/>
                  <a:sym typeface="Albert Sans"/>
                </a:rPr>
                <a:t>Mastering ACLs and securing enterprise network traffic.</a:t>
              </a:r>
              <a:endParaRPr b="0" sz="935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  <p:grpSp>
        <p:nvGrpSpPr>
          <p:cNvPr id="308" name="Google Shape;308;p52"/>
          <p:cNvGrpSpPr/>
          <p:nvPr/>
        </p:nvGrpSpPr>
        <p:grpSpPr>
          <a:xfrm>
            <a:off x="5905500" y="1619250"/>
            <a:ext cx="2476500" cy="2667000"/>
            <a:chOff x="5905500" y="1619250"/>
            <a:chExt cx="2476500" cy="2667000"/>
          </a:xfrm>
        </p:grpSpPr>
        <p:sp>
          <p:nvSpPr>
            <p:cNvPr id="309" name="Google Shape;309;p52"/>
            <p:cNvSpPr/>
            <p:nvPr/>
          </p:nvSpPr>
          <p:spPr>
            <a:xfrm>
              <a:off x="5905500" y="1619250"/>
              <a:ext cx="2476500" cy="2667000"/>
            </a:xfrm>
            <a:prstGeom prst="roundRect">
              <a:avLst>
                <a:gd fmla="val 4615" name="adj"/>
              </a:avLst>
            </a:prstGeom>
            <a:solidFill>
              <a:srgbClr val="000000">
                <a:alpha val="20000"/>
              </a:srgbClr>
            </a:solidFill>
            <a:ln cap="flat" cmpd="sng" w="47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acket data visualization with abstract waves and data points in blue and purple tones." id="310" name="Google Shape;310;p52"/>
            <p:cNvPicPr preferRelativeResize="0"/>
            <p:nvPr/>
          </p:nvPicPr>
          <p:blipFill rotWithShape="1">
            <a:blip r:embed="rId6">
              <a:alphaModFix/>
            </a:blip>
            <a:srcRect b="-20005" l="1248" r="1248" t="0"/>
            <a:stretch/>
          </p:blipFill>
          <p:spPr>
            <a:xfrm>
              <a:off x="5905500" y="1619250"/>
              <a:ext cx="2476500" cy="1714500"/>
            </a:xfrm>
            <a:prstGeom prst="roundRect">
              <a:avLst>
                <a:gd fmla="val 6666" name="adj"/>
              </a:avLst>
            </a:prstGeom>
            <a:noFill/>
            <a:ln>
              <a:noFill/>
            </a:ln>
          </p:spPr>
        </p:pic>
        <p:sp>
          <p:nvSpPr>
            <p:cNvPr id="311" name="Google Shape;311;p52"/>
            <p:cNvSpPr txBox="1"/>
            <p:nvPr/>
          </p:nvSpPr>
          <p:spPr>
            <a:xfrm>
              <a:off x="6048375" y="3143250"/>
              <a:ext cx="21909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6EA8FE"/>
                  </a:solidFill>
                  <a:latin typeface="Syne"/>
                  <a:ea typeface="Syne"/>
                  <a:cs typeface="Syne"/>
                  <a:sym typeface="Syne"/>
                </a:rPr>
                <a:t>Track Leader: Nathan Wagner</a:t>
              </a:r>
              <a:endParaRPr b="1" sz="850">
                <a:solidFill>
                  <a:srgbClr val="6EA8FE"/>
                </a:solidFill>
                <a:latin typeface="Syne"/>
                <a:ea typeface="Syne"/>
                <a:cs typeface="Syne"/>
                <a:sym typeface="Syne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530">
                  <a:solidFill>
                    <a:srgbClr val="6EA8FE"/>
                  </a:solidFill>
                  <a:latin typeface="Syne SemiBold"/>
                  <a:ea typeface="Syne SemiBold"/>
                  <a:cs typeface="Syne SemiBold"/>
                  <a:sym typeface="Syne SemiBold"/>
                </a:rPr>
                <a:t>Network Analysis</a:t>
              </a:r>
              <a:endParaRPr b="0" sz="1530">
                <a:solidFill>
                  <a:srgbClr val="6EA8FE"/>
                </a:solidFill>
                <a:latin typeface="Syne SemiBold"/>
                <a:ea typeface="Syne SemiBold"/>
                <a:cs typeface="Syne SemiBold"/>
                <a:sym typeface="Syne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0" lang="en" sz="935">
                  <a:solidFill>
                    <a:srgbClr val="FFFFFF"/>
                  </a:solidFill>
                  <a:latin typeface="Albert Sans"/>
                  <a:ea typeface="Albert Sans"/>
                  <a:cs typeface="Albert Sans"/>
                  <a:sym typeface="Albert Sans"/>
                </a:rPr>
                <a:t>Advanced packet capture analysis and dashboarding.</a:t>
              </a:r>
              <a:endParaRPr b="0" sz="935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  <p:sp>
        <p:nvSpPr>
          <p:cNvPr id="312" name="Google Shape;312;p52"/>
          <p:cNvSpPr/>
          <p:nvPr/>
        </p:nvSpPr>
        <p:spPr>
          <a:xfrm>
            <a:off x="762000" y="4429125"/>
            <a:ext cx="7620000" cy="428700"/>
          </a:xfrm>
          <a:prstGeom prst="roundRect">
            <a:avLst>
              <a:gd fmla="val 17777" name="adj"/>
            </a:avLst>
          </a:prstGeom>
          <a:solidFill>
            <a:srgbClr val="6EA8FE">
              <a:alpha val="1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52"/>
          <p:cNvSpPr txBox="1"/>
          <p:nvPr/>
        </p:nvSpPr>
        <p:spPr>
          <a:xfrm>
            <a:off x="857250" y="4429125"/>
            <a:ext cx="74295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300"/>
              </a:spcAft>
              <a:buNone/>
            </a:pPr>
            <a:r>
              <a:rPr b="0" lang="en" sz="1200">
                <a:solidFill>
                  <a:srgbClr val="FFFFFF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These sessions will help set up hackers and provide full clarity on project guidelines.</a:t>
            </a:r>
            <a:endParaRPr b="0" sz="1200">
              <a:solidFill>
                <a:srgbClr val="FFFFFF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</p:txBody>
      </p:sp>
      <p:cxnSp>
        <p:nvCxnSpPr>
          <p:cNvPr id="314" name="Google Shape;314;p52"/>
          <p:cNvCxnSpPr/>
          <p:nvPr/>
        </p:nvCxnSpPr>
        <p:spPr>
          <a:xfrm rot="10800000">
            <a:off x="1905000" y="4000500"/>
            <a:ext cx="0" cy="160020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5" name="Google Shape;315;p52"/>
          <p:cNvSpPr txBox="1"/>
          <p:nvPr/>
        </p:nvSpPr>
        <p:spPr>
          <a:xfrm>
            <a:off x="304800" y="4686300"/>
            <a:ext cx="1143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rPr b="0" lang="en" sz="85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Synthesis Hacks</a:t>
            </a:r>
            <a:endParaRPr b="0" sz="850">
              <a:solidFill>
                <a:srgbClr val="FFFFFF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3"/>
          <p:cNvSpPr txBox="1"/>
          <p:nvPr>
            <p:ph type="title"/>
          </p:nvPr>
        </p:nvSpPr>
        <p:spPr>
          <a:xfrm>
            <a:off x="811975" y="539500"/>
            <a:ext cx="76188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Guest Speak: Professor Richard Graziani</a:t>
            </a:r>
            <a:endParaRPr/>
          </a:p>
        </p:txBody>
      </p:sp>
      <p:pic>
        <p:nvPicPr>
          <p:cNvPr id="321" name="Google Shape;321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030" y="1675675"/>
            <a:ext cx="3276800" cy="270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6238" y="376238"/>
            <a:ext cx="8391600" cy="439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54"/>
          <p:cNvSpPr txBox="1"/>
          <p:nvPr/>
        </p:nvSpPr>
        <p:spPr>
          <a:xfrm>
            <a:off x="0" y="114300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>
                <a:solidFill>
                  <a:srgbClr val="6EA8FE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THE WAIT IS OVER</a:t>
            </a:r>
            <a:endParaRPr b="0" sz="1800">
              <a:solidFill>
                <a:srgbClr val="6EA8FE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</p:txBody>
      </p:sp>
      <p:sp>
        <p:nvSpPr>
          <p:cNvPr id="328" name="Google Shape;328;p54"/>
          <p:cNvSpPr txBox="1"/>
          <p:nvPr/>
        </p:nvSpPr>
        <p:spPr>
          <a:xfrm>
            <a:off x="120200" y="2470750"/>
            <a:ext cx="8903700" cy="6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5580">
                <a:solidFill>
                  <a:srgbClr val="FFFFFF"/>
                </a:solidFill>
                <a:latin typeface="Syne ExtraBold"/>
                <a:ea typeface="Syne ExtraBold"/>
                <a:cs typeface="Syne ExtraBold"/>
                <a:sym typeface="Syne ExtraBold"/>
              </a:rPr>
              <a:t>GET HACKING!</a:t>
            </a:r>
            <a:endParaRPr b="0" sz="5580">
              <a:solidFill>
                <a:srgbClr val="FFFFFF"/>
              </a:solidFill>
              <a:latin typeface="Syne ExtraBold"/>
              <a:ea typeface="Syne ExtraBold"/>
              <a:cs typeface="Syne ExtraBold"/>
              <a:sym typeface="Syne ExtraBold"/>
            </a:endParaRPr>
          </a:p>
        </p:txBody>
      </p:sp>
      <p:grpSp>
        <p:nvGrpSpPr>
          <p:cNvPr id="329" name="Google Shape;329;p54"/>
          <p:cNvGrpSpPr/>
          <p:nvPr/>
        </p:nvGrpSpPr>
        <p:grpSpPr>
          <a:xfrm>
            <a:off x="3619500" y="3429000"/>
            <a:ext cx="1905000" cy="476400"/>
            <a:chOff x="0" y="0"/>
            <a:chExt cx="1905000" cy="476400"/>
          </a:xfrm>
        </p:grpSpPr>
        <p:sp>
          <p:nvSpPr>
            <p:cNvPr id="330" name="Google Shape;330;p54"/>
            <p:cNvSpPr/>
            <p:nvPr/>
          </p:nvSpPr>
          <p:spPr>
            <a:xfrm>
              <a:off x="0" y="0"/>
              <a:ext cx="1905000" cy="476400"/>
            </a:xfrm>
            <a:prstGeom prst="roundRect">
              <a:avLst>
                <a:gd fmla="val 50000" name="adj"/>
              </a:avLst>
            </a:prstGeom>
            <a:solidFill>
              <a:srgbClr val="6EA8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54"/>
            <p:cNvSpPr txBox="1"/>
            <p:nvPr/>
          </p:nvSpPr>
          <p:spPr>
            <a:xfrm>
              <a:off x="0" y="0"/>
              <a:ext cx="1905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Syne"/>
                  <a:ea typeface="Syne"/>
                  <a:cs typeface="Syne"/>
                  <a:sym typeface="Syne"/>
                </a:rPr>
                <a:t>START NOW</a:t>
              </a:r>
              <a:endParaRPr b="1" sz="1400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endParaRPr>
            </a:p>
          </p:txBody>
        </p:sp>
      </p:grpSp>
      <p:pic>
        <p:nvPicPr>
          <p:cNvPr id="332" name="Google Shape;332;p5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3714750"/>
            <a:ext cx="2857500" cy="142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5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3714750"/>
            <a:ext cx="2857500" cy="1428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54"/>
          <p:cNvSpPr txBox="1"/>
          <p:nvPr/>
        </p:nvSpPr>
        <p:spPr>
          <a:xfrm>
            <a:off x="304800" y="4686300"/>
            <a:ext cx="1428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Synthesis Hacks 2026</a:t>
            </a:r>
            <a:endParaRPr b="0" sz="1000">
              <a:solidFill>
                <a:srgbClr val="FFFFFF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cxnSp>
        <p:nvCxnSpPr>
          <p:cNvPr id="335" name="Google Shape;335;p54"/>
          <p:cNvCxnSpPr/>
          <p:nvPr/>
        </p:nvCxnSpPr>
        <p:spPr>
          <a:xfrm>
            <a:off x="1714500" y="4800600"/>
            <a:ext cx="14289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ch Startup by Slidesgo">
  <a:themeElements>
    <a:clrScheme name="Simple Light">
      <a:dk1>
        <a:srgbClr val="FFFFFF"/>
      </a:dk1>
      <a:lt1>
        <a:srgbClr val="091060"/>
      </a:lt1>
      <a:dk2>
        <a:srgbClr val="7247B8"/>
      </a:dk2>
      <a:lt2>
        <a:srgbClr val="0DEEE7"/>
      </a:lt2>
      <a:accent1>
        <a:srgbClr val="01507C"/>
      </a:accent1>
      <a:accent2>
        <a:srgbClr val="15D2C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ch Startup by Slidesgo">
  <a:themeElements>
    <a:clrScheme name="Simple Light">
      <a:dk1>
        <a:srgbClr val="FFFFFF"/>
      </a:dk1>
      <a:lt1>
        <a:srgbClr val="091060"/>
      </a:lt1>
      <a:dk2>
        <a:srgbClr val="7247B8"/>
      </a:dk2>
      <a:lt2>
        <a:srgbClr val="0DEEE7"/>
      </a:lt2>
      <a:accent1>
        <a:srgbClr val="01507C"/>
      </a:accent1>
      <a:accent2>
        <a:srgbClr val="15D2C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