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2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2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idx="1" type="body"/>
          </p:nvPr>
        </p:nvSpPr>
        <p:spPr>
          <a:xfrm>
            <a:off x="366725" y="1759093"/>
            <a:ext cx="3838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1</a:t>
            </a:r>
            <a:endParaRPr/>
          </a:p>
        </p:txBody>
      </p:sp>
      <p:sp>
        <p:nvSpPr>
          <p:cNvPr id="362" name="Google Shape;362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2</a:t>
            </a:r>
            <a:endParaRPr/>
          </a:p>
        </p:txBody>
      </p:sp>
      <p:sp>
        <p:nvSpPr>
          <p:cNvPr id="363" name="Google Shape;363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3</a:t>
            </a:r>
            <a:endParaRPr/>
          </a:p>
        </p:txBody>
      </p:sp>
      <p:sp>
        <p:nvSpPr>
          <p:cNvPr id="364" name="Google Shape;364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4</a:t>
            </a:r>
            <a:endParaRPr/>
          </a:p>
        </p:txBody>
      </p:sp>
      <p:sp>
        <p:nvSpPr>
          <p:cNvPr id="365" name="Google Shape;365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of slide with four sections</a:t>
            </a:r>
            <a:endParaRPr/>
          </a:p>
        </p:txBody>
      </p:sp>
      <p:sp>
        <p:nvSpPr>
          <p:cNvPr id="366" name="Google Shape;366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Subtitle section 1</a:t>
            </a:r>
            <a:endParaRPr/>
          </a:p>
        </p:txBody>
      </p:sp>
      <p:sp>
        <p:nvSpPr>
          <p:cNvPr id="367" name="Google Shape;367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Subtitle section 2</a:t>
            </a:r>
            <a:endParaRPr/>
          </a:p>
        </p:txBody>
      </p:sp>
      <p:sp>
        <p:nvSpPr>
          <p:cNvPr id="368" name="Google Shape;368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Subtitle section 4</a:t>
            </a:r>
            <a:endParaRPr/>
          </a:p>
        </p:txBody>
      </p:sp>
      <p:sp>
        <p:nvSpPr>
          <p:cNvPr id="369" name="Google Shape;369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Subtitle section 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