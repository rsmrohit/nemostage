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2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2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283850" y="285900"/>
            <a:ext cx="4227600" cy="2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Subsection title with 3 big points</a:t>
            </a:r>
            <a:endParaRPr/>
          </a:p>
        </p:txBody>
      </p:sp>
      <p:sp>
        <p:nvSpPr>
          <p:cNvPr id="362" name="Google Shape;362;p47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point 1</a:t>
            </a:r>
            <a:endParaRPr/>
          </a:p>
        </p:txBody>
      </p:sp>
      <p:sp>
        <p:nvSpPr>
          <p:cNvPr id="363" name="Google Shape;363;p47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Description of point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7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Description of point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7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7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7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1 subtitle</a:t>
            </a:r>
            <a:endParaRPr/>
          </a:p>
        </p:txBody>
      </p:sp>
      <p:sp>
        <p:nvSpPr>
          <p:cNvPr id="368" name="Google Shape;368;p47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2 subtitle</a:t>
            </a:r>
            <a:endParaRPr/>
          </a:p>
        </p:txBody>
      </p:sp>
      <p:sp>
        <p:nvSpPr>
          <p:cNvPr id="369" name="Google Shape;369;p47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3 subtitle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