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 rot="10800000">
            <a:off x="-50" y="46826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47"/>
          <p:cNvSpPr/>
          <p:nvPr/>
        </p:nvSpPr>
        <p:spPr>
          <a:xfrm>
            <a:off x="284850" y="1555575"/>
            <a:ext cx="1005000" cy="965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47"/>
          <p:cNvSpPr/>
          <p:nvPr/>
        </p:nvSpPr>
        <p:spPr>
          <a:xfrm>
            <a:off x="284850" y="2636275"/>
            <a:ext cx="1005000" cy="9657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47"/>
          <p:cNvSpPr/>
          <p:nvPr/>
        </p:nvSpPr>
        <p:spPr>
          <a:xfrm>
            <a:off x="284850" y="3716975"/>
            <a:ext cx="1005000" cy="9657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5" name="Google Shape;365;p47"/>
          <p:cNvCxnSpPr/>
          <p:nvPr/>
        </p:nvCxnSpPr>
        <p:spPr>
          <a:xfrm rot="10800000">
            <a:off x="-50" y="15520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7"/>
          <p:cNvCxnSpPr/>
          <p:nvPr/>
        </p:nvCxnSpPr>
        <p:spPr>
          <a:xfrm rot="10800000">
            <a:off x="-50" y="26362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7"/>
          <p:cNvCxnSpPr/>
          <p:nvPr/>
        </p:nvCxnSpPr>
        <p:spPr>
          <a:xfrm rot="10800000">
            <a:off x="-50" y="3716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7"/>
          <p:cNvCxnSpPr/>
          <p:nvPr/>
        </p:nvCxnSpPr>
        <p:spPr>
          <a:xfrm rot="10800000">
            <a:off x="-50" y="36065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7"/>
          <p:cNvCxnSpPr/>
          <p:nvPr/>
        </p:nvCxnSpPr>
        <p:spPr>
          <a:xfrm rot="10800000">
            <a:off x="-50" y="25258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</a:t>
            </a: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1" name="Google Shape;371;p47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2</a:t>
            </a:r>
            <a:endParaRPr/>
          </a:p>
        </p:txBody>
      </p:sp>
      <p:sp>
        <p:nvSpPr>
          <p:cNvPr id="372" name="Google Shape;372;p47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</a:t>
            </a: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3" name="Google Shape;37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4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75" name="Google Shape;375;p4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76" name="Google Shape;376;p47"/>
          <p:cNvSpPr txBox="1"/>
          <p:nvPr>
            <p:ph type="title"/>
          </p:nvPr>
        </p:nvSpPr>
        <p:spPr>
          <a:xfrm>
            <a:off x="283850" y="2859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</a:t>
            </a:r>
            <a:r>
              <a:rPr lang="en"/>
              <a:t>lessons</a:t>
            </a:r>
            <a:r>
              <a:rPr lang="en"/>
              <a:t> from similar projects</a:t>
            </a:r>
            <a:endParaRPr/>
          </a:p>
        </p:txBody>
      </p:sp>
      <p:sp>
        <p:nvSpPr>
          <p:cNvPr id="377" name="Google Shape;377;p47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something the team learned from previous projects of comparable scope, topic, or deliverables.</a:t>
            </a:r>
            <a:endParaRPr/>
          </a:p>
        </p:txBody>
      </p:sp>
      <p:sp>
        <p:nvSpPr>
          <p:cNvPr id="378" name="Google Shape;378;p47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any processes, actions, or strategies you want to emulate or avoid in the current project.</a:t>
            </a:r>
            <a:endParaRPr/>
          </a:p>
        </p:txBody>
      </p:sp>
      <p:sp>
        <p:nvSpPr>
          <p:cNvPr id="379" name="Google Shape;379;p47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items as you want. Make sure they’re relevant to the project you’re about to undertake.</a:t>
            </a:r>
            <a:endParaRPr/>
          </a:p>
        </p:txBody>
      </p:sp>
      <p:sp>
        <p:nvSpPr>
          <p:cNvPr id="380" name="Google Shape;380;p47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</a:t>
            </a:r>
            <a:endParaRPr/>
          </a:p>
        </p:txBody>
      </p:sp>
      <p:sp>
        <p:nvSpPr>
          <p:cNvPr id="381" name="Google Shape;381;p47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</a:t>
            </a:r>
            <a:endParaRPr/>
          </a:p>
        </p:txBody>
      </p:sp>
      <p:sp>
        <p:nvSpPr>
          <p:cNvPr id="382" name="Google Shape;382;p47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