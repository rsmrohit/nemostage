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p47"/>
          <p:cNvCxnSpPr/>
          <p:nvPr/>
        </p:nvCxnSpPr>
        <p:spPr>
          <a:xfrm>
            <a:off x="283850" y="14675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7"/>
          <p:cNvCxnSpPr/>
          <p:nvPr/>
        </p:nvCxnSpPr>
        <p:spPr>
          <a:xfrm>
            <a:off x="283850" y="8296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7"/>
          <p:cNvSpPr txBox="1"/>
          <p:nvPr>
            <p:ph type="title"/>
          </p:nvPr>
        </p:nvSpPr>
        <p:spPr>
          <a:xfrm>
            <a:off x="283850" y="224400"/>
            <a:ext cx="76362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Project 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364" name="Google Shape;364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4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66" name="Google Shape;366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67" name="Google Shape;367;p47"/>
          <p:cNvSpPr txBox="1"/>
          <p:nvPr>
            <p:ph idx="4" type="title"/>
          </p:nvPr>
        </p:nvSpPr>
        <p:spPr>
          <a:xfrm>
            <a:off x="288625" y="4778975"/>
            <a:ext cx="4227300" cy="8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space for legal copy. State whether the information is confidential and how it's intended to be used.</a:t>
            </a:r>
            <a:endParaRPr/>
          </a:p>
        </p:txBody>
      </p:sp>
      <p:cxnSp>
        <p:nvCxnSpPr>
          <p:cNvPr id="368" name="Google Shape;368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