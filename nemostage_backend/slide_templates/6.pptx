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3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3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62" name="Google Shape;362;p47"/>
          <p:cNvGrpSpPr/>
          <p:nvPr/>
        </p:nvGrpSpPr>
        <p:grpSpPr>
          <a:xfrm>
            <a:off x="284850" y="1609021"/>
            <a:ext cx="8571900" cy="3074704"/>
            <a:chOff x="284850" y="1609021"/>
            <a:chExt cx="8571900" cy="3074704"/>
          </a:xfrm>
        </p:grpSpPr>
        <p:sp>
          <p:nvSpPr>
            <p:cNvPr id="363" name="Google Shape;363;p47"/>
            <p:cNvSpPr/>
            <p:nvPr/>
          </p:nvSpPr>
          <p:spPr>
            <a:xfrm>
              <a:off x="2456701" y="2068800"/>
              <a:ext cx="2054700" cy="81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4" name="Google Shape;364;p47"/>
            <p:cNvSpPr/>
            <p:nvPr/>
          </p:nvSpPr>
          <p:spPr>
            <a:xfrm>
              <a:off x="6802050" y="2068800"/>
              <a:ext cx="2054400" cy="815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5" name="Google Shape;365;p47"/>
            <p:cNvSpPr txBox="1"/>
            <p:nvPr/>
          </p:nvSpPr>
          <p:spPr>
            <a:xfrm>
              <a:off x="294550" y="1609025"/>
              <a:ext cx="3504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Company name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6" name="Google Shape;366;p47"/>
            <p:cNvSpPr txBox="1"/>
            <p:nvPr/>
          </p:nvSpPr>
          <p:spPr>
            <a:xfrm>
              <a:off x="6839625" y="1609021"/>
              <a:ext cx="1146600" cy="35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18287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Client</a:t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7" name="Google Shape;367;p47"/>
            <p:cNvSpPr txBox="1"/>
            <p:nvPr/>
          </p:nvSpPr>
          <p:spPr>
            <a:xfrm>
              <a:off x="2645619" y="2222538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Project lead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100"/>
                <a:buFont typeface="Arial"/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8" name="Google Shape;368;p47"/>
            <p:cNvSpPr txBox="1"/>
            <p:nvPr/>
          </p:nvSpPr>
          <p:spPr>
            <a:xfrm>
              <a:off x="284850" y="3041056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69" name="Google Shape;369;p47"/>
            <p:cNvSpPr txBox="1"/>
            <p:nvPr/>
          </p:nvSpPr>
          <p:spPr>
            <a:xfrm>
              <a:off x="2456694" y="3041051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0" name="Google Shape;370;p47"/>
            <p:cNvSpPr txBox="1"/>
            <p:nvPr/>
          </p:nvSpPr>
          <p:spPr>
            <a:xfrm>
              <a:off x="4628538" y="3041047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1" name="Google Shape;371;p47"/>
            <p:cNvSpPr txBox="1"/>
            <p:nvPr/>
          </p:nvSpPr>
          <p:spPr>
            <a:xfrm>
              <a:off x="284850" y="3859552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2" name="Google Shape;372;p47"/>
            <p:cNvSpPr txBox="1"/>
            <p:nvPr/>
          </p:nvSpPr>
          <p:spPr>
            <a:xfrm>
              <a:off x="2456694" y="3859553"/>
              <a:ext cx="15276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3" name="Google Shape;373;p47"/>
            <p:cNvSpPr txBox="1"/>
            <p:nvPr/>
          </p:nvSpPr>
          <p:spPr>
            <a:xfrm>
              <a:off x="4628538" y="3859545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74" name="Google Shape;374;p47"/>
            <p:cNvCxnSpPr/>
            <p:nvPr/>
          </p:nvCxnSpPr>
          <p:spPr>
            <a:xfrm>
              <a:off x="284850" y="2068800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5" name="Google Shape;375;p47"/>
            <p:cNvCxnSpPr/>
            <p:nvPr/>
          </p:nvCxnSpPr>
          <p:spPr>
            <a:xfrm>
              <a:off x="284850" y="288454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76" name="Google Shape;376;p47"/>
            <p:cNvCxnSpPr/>
            <p:nvPr/>
          </p:nvCxnSpPr>
          <p:spPr>
            <a:xfrm>
              <a:off x="284850" y="3697958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7" name="Google Shape;377;p47"/>
            <p:cNvSpPr txBox="1"/>
            <p:nvPr/>
          </p:nvSpPr>
          <p:spPr>
            <a:xfrm>
              <a:off x="6802051" y="2222538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2875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Primary decision-maker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_</a:t>
              </a:r>
              <a:endParaRPr sz="9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8" name="Google Shape;378;p47"/>
            <p:cNvSpPr txBox="1"/>
            <p:nvPr/>
          </p:nvSpPr>
          <p:spPr>
            <a:xfrm>
              <a:off x="6802051" y="3041051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79" name="Google Shape;379;p47"/>
            <p:cNvSpPr txBox="1"/>
            <p:nvPr/>
          </p:nvSpPr>
          <p:spPr>
            <a:xfrm>
              <a:off x="6802051" y="3859553"/>
              <a:ext cx="17079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0" name="Google Shape;380;p47"/>
            <p:cNvSpPr/>
            <p:nvPr/>
          </p:nvSpPr>
          <p:spPr>
            <a:xfrm>
              <a:off x="284850" y="1774488"/>
              <a:ext cx="99600" cy="9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1" name="Google Shape;381;p47"/>
            <p:cNvSpPr/>
            <p:nvPr/>
          </p:nvSpPr>
          <p:spPr>
            <a:xfrm>
              <a:off x="6802300" y="1774488"/>
              <a:ext cx="99600" cy="996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2" name="Google Shape;382;p47"/>
            <p:cNvSpPr txBox="1"/>
            <p:nvPr/>
          </p:nvSpPr>
          <p:spPr>
            <a:xfrm>
              <a:off x="284850" y="2222550"/>
              <a:ext cx="20547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 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83" name="Google Shape;383;p47"/>
            <p:cNvSpPr txBox="1"/>
            <p:nvPr/>
          </p:nvSpPr>
          <p:spPr>
            <a:xfrm>
              <a:off x="4628538" y="2222538"/>
              <a:ext cx="1636800" cy="54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Full </a:t>
              </a:r>
              <a:r>
                <a:rPr lang="en" sz="11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Name</a:t>
              </a:r>
              <a:endPara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Role in the project</a:t>
              </a:r>
              <a:endParaRPr sz="9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cxnSp>
          <p:nvCxnSpPr>
            <p:cNvPr id="384" name="Google Shape;384;p47"/>
            <p:cNvCxnSpPr/>
            <p:nvPr/>
          </p:nvCxnSpPr>
          <p:spPr>
            <a:xfrm>
              <a:off x="284850" y="4683725"/>
              <a:ext cx="63999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47"/>
            <p:cNvCxnSpPr/>
            <p:nvPr/>
          </p:nvCxnSpPr>
          <p:spPr>
            <a:xfrm rot="10800000">
              <a:off x="6802350" y="206881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" name="Google Shape;386;p47"/>
            <p:cNvCxnSpPr/>
            <p:nvPr/>
          </p:nvCxnSpPr>
          <p:spPr>
            <a:xfrm rot="10800000">
              <a:off x="6802350" y="2884554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" name="Google Shape;387;p47"/>
            <p:cNvCxnSpPr/>
            <p:nvPr/>
          </p:nvCxnSpPr>
          <p:spPr>
            <a:xfrm rot="10800000">
              <a:off x="6802350" y="3697962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8" name="Google Shape;388;p47"/>
            <p:cNvCxnSpPr/>
            <p:nvPr/>
          </p:nvCxnSpPr>
          <p:spPr>
            <a:xfrm rot="10800000">
              <a:off x="6802350" y="4683725"/>
              <a:ext cx="2054400" cy="0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9" name="Google Shape;389;p47"/>
          <p:cNvSpPr txBox="1"/>
          <p:nvPr>
            <p:ph type="title"/>
          </p:nvPr>
        </p:nvSpPr>
        <p:spPr>
          <a:xfrm>
            <a:off x="284850" y="285900"/>
            <a:ext cx="64239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stakeholders</a:t>
            </a:r>
            <a:endParaRPr/>
          </a:p>
        </p:txBody>
      </p:sp>
      <p:sp>
        <p:nvSpPr>
          <p:cNvPr id="390" name="Google Shape;390;p4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/>
              <a:t>Company Name</a:t>
            </a:r>
            <a:endParaRPr/>
          </a:p>
        </p:txBody>
      </p:sp>
      <p:sp>
        <p:nvSpPr>
          <p:cNvPr id="391" name="Google Shape;391;p4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