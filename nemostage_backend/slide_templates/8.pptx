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93" r:id="rId4"/>
  </p:sldMasterIdLst>
  <p:notesMasterIdLst>
    <p:notesMasterId r:id="rId5"/>
  </p:notesMasterIdLst>
  <p:sldIdLst>
    <p:sldId id="256" r:id="rId6"/>
  </p:sldIdLst>
  <p:sldSz cy="5143500" cx="9144000"/>
  <p:notesSz cx="6858000" cy="9144000"/>
  <p:embeddedFontLst>
    <p:embeddedFont>
      <p:font typeface="Inter"/>
      <p:regular r:id="rId7"/>
      <p:bold r:id="rId8"/>
      <p:italic r:id="rId9"/>
      <p:boldItalic r:id="rId1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Inter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Inter-regular.fntdata"/><Relationship Id="rId8" Type="http://schemas.openxmlformats.org/officeDocument/2006/relationships/font" Target="fonts/Inter-bold.fntdata"/><Relationship Id="rId10" Type="http://schemas.openxmlformats.org/officeDocument/2006/relationships/font" Target="fonts/Inter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7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g3e29a17b173_0_14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9" name="Google Shape;359;g3e29a17b173_0_14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 - Alt 1">
  <p:cSld name="BLANK_1_1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2"/>
          <p:cNvSpPr txBox="1"/>
          <p:nvPr>
            <p:ph type="title"/>
          </p:nvPr>
        </p:nvSpPr>
        <p:spPr>
          <a:xfrm>
            <a:off x="284850" y="474875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15" name="Google Shape;15;p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" name="Google Shape;16;p2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2"/>
          <p:cNvSpPr txBox="1"/>
          <p:nvPr>
            <p:ph idx="1" type="body"/>
          </p:nvPr>
        </p:nvSpPr>
        <p:spPr>
          <a:xfrm>
            <a:off x="4629550" y="3479875"/>
            <a:ext cx="4227300" cy="923400"/>
          </a:xfrm>
          <a:prstGeom prst="rect">
            <a:avLst/>
          </a:prstGeom>
        </p:spPr>
        <p:txBody>
          <a:bodyPr anchorCtr="0" anchor="t" bIns="91425" lIns="182875" spcFirstLastPara="1" rIns="18287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2">
  <p:cSld name="BLANK_1_1_1_1_2">
    <p:bg>
      <p:bgPr>
        <a:solidFill>
          <a:schemeClr val="accent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3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1" name="Google Shape;21;p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" name="Google Shape;22;p3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3">
  <p:cSld name="BLANK_1_1_1_1_2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/>
            </a:lvl1pPr>
            <a:lvl2pPr lvl="1" algn="r">
              <a:buNone/>
              <a:defRPr/>
            </a:lvl2pPr>
            <a:lvl3pPr lvl="2" algn="r">
              <a:buNone/>
              <a:defRPr/>
            </a:lvl3pPr>
            <a:lvl4pPr lvl="3" algn="r">
              <a:buNone/>
              <a:defRPr/>
            </a:lvl4pPr>
            <a:lvl5pPr lvl="4" algn="r">
              <a:buNone/>
              <a:defRPr/>
            </a:lvl5pPr>
            <a:lvl6pPr lvl="5" algn="r">
              <a:buNone/>
              <a:defRPr/>
            </a:lvl6pPr>
            <a:lvl7pPr lvl="6" algn="r">
              <a:buNone/>
              <a:defRPr/>
            </a:lvl7pPr>
            <a:lvl8pPr lvl="7" algn="r">
              <a:buNone/>
              <a:defRPr/>
            </a:lvl8pPr>
            <a:lvl9pPr lvl="8" algn="r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7" name="Google Shape;27;p4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- Alt 4">
  <p:cSld name="BLANK_1_1_1_1_2_1_1">
    <p:bg>
      <p:bgPr>
        <a:solidFill>
          <a:schemeClr val="lt1"/>
        </a:solidFill>
      </p:bgPr>
    </p:bg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cxnSp>
        <p:nvCxnSpPr>
          <p:cNvPr id="31" name="Google Shape;31;p5"/>
          <p:cNvCxnSpPr/>
          <p:nvPr/>
        </p:nvCxnSpPr>
        <p:spPr>
          <a:xfrm>
            <a:off x="283850" y="4683734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3" name="Google Shape;33;p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">
    <p:bg>
      <p:bgPr>
        <a:solidFill>
          <a:schemeClr val="lt1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6" name="Google Shape;36;p6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7" name="Google Shape;37;p6"/>
          <p:cNvSpPr txBox="1"/>
          <p:nvPr>
            <p:ph type="title"/>
          </p:nvPr>
        </p:nvSpPr>
        <p:spPr>
          <a:xfrm>
            <a:off x="283850" y="230676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38" name="Google Shape;38;p6"/>
          <p:cNvSpPr txBox="1"/>
          <p:nvPr>
            <p:ph idx="1" type="subTitle"/>
          </p:nvPr>
        </p:nvSpPr>
        <p:spPr>
          <a:xfrm>
            <a:off x="6214200" y="3602000"/>
            <a:ext cx="23865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" name="Google Shape;40;p6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2" name="Google Shape;42;p6"/>
          <p:cNvSpPr/>
          <p:nvPr>
            <p:ph idx="4" type="pic"/>
          </p:nvPr>
        </p:nvSpPr>
        <p:spPr>
          <a:xfrm>
            <a:off x="4629750" y="3386700"/>
            <a:ext cx="1328400" cy="1290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3">
  <p:cSld name="BLANK_3_1">
    <p:bg>
      <p:bgPr>
        <a:solidFill>
          <a:schemeClr val="accent3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/>
          <p:nvPr/>
        </p:nvSpPr>
        <p:spPr>
          <a:xfrm>
            <a:off x="3186050" y="288625"/>
            <a:ext cx="5670900" cy="29292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5" name="Google Shape;45;p7"/>
          <p:cNvSpPr/>
          <p:nvPr/>
        </p:nvSpPr>
        <p:spPr>
          <a:xfrm>
            <a:off x="3499026" y="558338"/>
            <a:ext cx="5044948" cy="2389773"/>
          </a:xfrm>
          <a:custGeom>
            <a:rect b="b" l="l" r="r" t="t"/>
            <a:pathLst>
              <a:path extrusionOk="0" h="22601" w="47712">
                <a:moveTo>
                  <a:pt x="36474" y="1"/>
                </a:moveTo>
                <a:lnTo>
                  <a:pt x="32896" y="3516"/>
                </a:lnTo>
                <a:lnTo>
                  <a:pt x="38106" y="8789"/>
                </a:lnTo>
                <a:lnTo>
                  <a:pt x="1" y="8789"/>
                </a:lnTo>
                <a:lnTo>
                  <a:pt x="1" y="13812"/>
                </a:lnTo>
                <a:lnTo>
                  <a:pt x="38106" y="13812"/>
                </a:lnTo>
                <a:lnTo>
                  <a:pt x="32833" y="19085"/>
                </a:lnTo>
                <a:lnTo>
                  <a:pt x="36411" y="22600"/>
                </a:lnTo>
                <a:lnTo>
                  <a:pt x="47711" y="11300"/>
                </a:lnTo>
                <a:lnTo>
                  <a:pt x="36474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46" name="Google Shape;46;p7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7" name="Google Shape;47;p7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9" name="Google Shape;49;p7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4">
  <p:cSld name="BLANK_3_1_1">
    <p:bg>
      <p:bgPr>
        <a:solidFill>
          <a:schemeClr val="accent1"/>
        </a:solidFill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283850" y="474875"/>
            <a:ext cx="2773200" cy="1585200"/>
          </a:xfrm>
          <a:prstGeom prst="rect">
            <a:avLst/>
          </a:prstGeom>
        </p:spPr>
        <p:txBody>
          <a:bodyPr anchorCtr="0" anchor="t" bIns="0" lIns="0" spcFirstLastPara="1" rIns="0" wrap="square" tIns="91425">
            <a:norm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53" name="Google Shape;53;p8"/>
          <p:cNvSpPr txBox="1"/>
          <p:nvPr>
            <p:ph idx="1" type="subTitle"/>
          </p:nvPr>
        </p:nvSpPr>
        <p:spPr>
          <a:xfrm>
            <a:off x="284850" y="3602000"/>
            <a:ext cx="2773200" cy="80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None/>
              <a:defRPr sz="12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5" name="Google Shape;55;p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8"/>
          <p:cNvSpPr/>
          <p:nvPr>
            <p:ph idx="4" type="pic"/>
          </p:nvPr>
        </p:nvSpPr>
        <p:spPr>
          <a:xfrm>
            <a:off x="3185700" y="291263"/>
            <a:ext cx="5671200" cy="43878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- Alt 2">
  <p:cSld name="BLANK_1_1_1_1_1_1_1_1_1_1_2">
    <p:bg>
      <p:bgPr>
        <a:solidFill>
          <a:schemeClr val="lt1"/>
        </a:solidFill>
      </p:bgPr>
    </p:bg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9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2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5">
  <p:cSld name="BLANK_1_1_1_1_1_1_1_1_1_1_1_2_1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283850" y="285900"/>
            <a:ext cx="4227600" cy="309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4" name="Google Shape;64;p1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5" name="Google Shape;65;p10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" type="subTitle"/>
          </p:nvPr>
        </p:nvSpPr>
        <p:spPr>
          <a:xfrm>
            <a:off x="1125100" y="23454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4" type="subTitle"/>
          </p:nvPr>
        </p:nvSpPr>
        <p:spPr>
          <a:xfrm flipH="1">
            <a:off x="6801950" y="23454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5" type="subTitle"/>
          </p:nvPr>
        </p:nvSpPr>
        <p:spPr>
          <a:xfrm>
            <a:off x="1125100" y="1555600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6" type="subTitle"/>
          </p:nvPr>
        </p:nvSpPr>
        <p:spPr>
          <a:xfrm flipH="1">
            <a:off x="6801950" y="1555600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1" name="Google Shape;71;p10"/>
          <p:cNvSpPr txBox="1"/>
          <p:nvPr>
            <p:ph idx="7" type="subTitle"/>
          </p:nvPr>
        </p:nvSpPr>
        <p:spPr>
          <a:xfrm>
            <a:off x="1125100" y="312316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2" name="Google Shape;72;p10"/>
          <p:cNvSpPr txBox="1"/>
          <p:nvPr>
            <p:ph idx="8" type="subTitle"/>
          </p:nvPr>
        </p:nvSpPr>
        <p:spPr>
          <a:xfrm flipH="1">
            <a:off x="6801950" y="312316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3" name="Google Shape;73;p10"/>
          <p:cNvSpPr txBox="1"/>
          <p:nvPr>
            <p:ph idx="9" type="subTitle"/>
          </p:nvPr>
        </p:nvSpPr>
        <p:spPr>
          <a:xfrm>
            <a:off x="1125100" y="3902913"/>
            <a:ext cx="55593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4" name="Google Shape;74;p10"/>
          <p:cNvSpPr txBox="1"/>
          <p:nvPr>
            <p:ph idx="13" type="subTitle"/>
          </p:nvPr>
        </p:nvSpPr>
        <p:spPr>
          <a:xfrm flipH="1">
            <a:off x="6801950" y="3902913"/>
            <a:ext cx="2055000" cy="773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3">
  <p:cSld name="CUSTOM_1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/>
          <p:nvPr>
            <p:ph idx="2" type="pic"/>
          </p:nvPr>
        </p:nvSpPr>
        <p:spPr>
          <a:xfrm>
            <a:off x="283850" y="2178075"/>
            <a:ext cx="4227600" cy="2505600"/>
          </a:xfrm>
          <a:prstGeom prst="rect">
            <a:avLst/>
          </a:prstGeom>
          <a:noFill/>
          <a:ln>
            <a:noFill/>
          </a:ln>
        </p:spPr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0" name="Google Shape;80;p11"/>
          <p:cNvSpPr txBox="1"/>
          <p:nvPr>
            <p:ph idx="4"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1" name="Google Shape;81;p11"/>
          <p:cNvSpPr txBox="1"/>
          <p:nvPr>
            <p:ph idx="1" type="body"/>
          </p:nvPr>
        </p:nvSpPr>
        <p:spPr>
          <a:xfrm>
            <a:off x="4629300" y="2636275"/>
            <a:ext cx="42276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2" name="Google Shape;82;p11"/>
          <p:cNvSpPr/>
          <p:nvPr/>
        </p:nvSpPr>
        <p:spPr>
          <a:xfrm rot="10800000">
            <a:off x="8020323" y="286810"/>
            <a:ext cx="836528" cy="83636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4">
  <p:cSld name="BLANK_1_1_1_1_1_1_1_1_1_1_1_1_3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2"/>
          <p:cNvSpPr/>
          <p:nvPr>
            <p:ph idx="2" type="pic"/>
          </p:nvPr>
        </p:nvSpPr>
        <p:spPr>
          <a:xfrm>
            <a:off x="46297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85" name="Google Shape;85;p1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86" name="Google Shape;86;p12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7" name="Google Shape;87;p12"/>
          <p:cNvSpPr txBox="1"/>
          <p:nvPr>
            <p:ph idx="1" type="body"/>
          </p:nvPr>
        </p:nvSpPr>
        <p:spPr>
          <a:xfrm>
            <a:off x="763175" y="2599225"/>
            <a:ext cx="37488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8" name="Google Shape;88;p12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89" name="Google Shape;89;p12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5">
  <p:cSld name="BLANK_1_1_1_1_1_1_1_1_1_1_1_1_3_1_1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3"/>
          <p:cNvSpPr/>
          <p:nvPr>
            <p:ph idx="2" type="pic"/>
          </p:nvPr>
        </p:nvSpPr>
        <p:spPr>
          <a:xfrm>
            <a:off x="270275" y="3132475"/>
            <a:ext cx="2770500" cy="15510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92" name="Google Shape;92;p1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3" name="Google Shape;93;p13"/>
          <p:cNvSpPr txBox="1"/>
          <p:nvPr>
            <p:ph type="title"/>
          </p:nvPr>
        </p:nvSpPr>
        <p:spPr>
          <a:xfrm>
            <a:off x="283850" y="285900"/>
            <a:ext cx="6400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4" name="Google Shape;94;p13"/>
          <p:cNvSpPr txBox="1"/>
          <p:nvPr>
            <p:ph idx="1" type="body"/>
          </p:nvPr>
        </p:nvSpPr>
        <p:spPr>
          <a:xfrm>
            <a:off x="6086325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5" name="Google Shape;95;p13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6" name="Google Shape;96;p13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97" name="Google Shape;97;p13"/>
          <p:cNvSpPr txBox="1"/>
          <p:nvPr>
            <p:ph idx="5" type="body"/>
          </p:nvPr>
        </p:nvSpPr>
        <p:spPr>
          <a:xfrm>
            <a:off x="3185700" y="2599225"/>
            <a:ext cx="2770500" cy="2084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 - Alt 7">
  <p:cSld name="BLANK_1_1_1_1_1_1_1_1_1_1_1_1_2_1"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4"/>
          <p:cNvSpPr txBox="1"/>
          <p:nvPr>
            <p:ph type="title"/>
          </p:nvPr>
        </p:nvSpPr>
        <p:spPr>
          <a:xfrm>
            <a:off x="4782150" y="285900"/>
            <a:ext cx="40749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0" name="Google Shape;100;p14"/>
          <p:cNvSpPr txBox="1"/>
          <p:nvPr>
            <p:ph idx="1" type="body"/>
          </p:nvPr>
        </p:nvSpPr>
        <p:spPr>
          <a:xfrm>
            <a:off x="6086325" y="2636275"/>
            <a:ext cx="27708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1" name="Google Shape;101;p14"/>
          <p:cNvSpPr txBox="1"/>
          <p:nvPr>
            <p:ph idx="2" type="body"/>
          </p:nvPr>
        </p:nvSpPr>
        <p:spPr>
          <a:xfrm>
            <a:off x="4782375" y="2636275"/>
            <a:ext cx="1175700" cy="204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2" name="Google Shape;102;p14"/>
          <p:cNvSpPr/>
          <p:nvPr>
            <p:ph idx="3" type="pic"/>
          </p:nvPr>
        </p:nvSpPr>
        <p:spPr>
          <a:xfrm>
            <a:off x="283850" y="0"/>
            <a:ext cx="4227000" cy="4683600"/>
          </a:xfrm>
          <a:prstGeom prst="roundRect">
            <a:avLst>
              <a:gd fmla="val 0" name="adj"/>
            </a:avLst>
          </a:prstGeom>
          <a:noFill/>
          <a:ln>
            <a:noFill/>
          </a:ln>
        </p:spPr>
      </p:sp>
      <p:sp>
        <p:nvSpPr>
          <p:cNvPr id="103" name="Google Shape;103;p1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5" name="Google Shape;105;p14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 - Alt 2">
  <p:cSld name="BLANK_1_1_1_1_1_1_1_1_1_1_1_1_3_1_2"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08" name="Google Shape;108;p15"/>
          <p:cNvSpPr txBox="1"/>
          <p:nvPr>
            <p:ph type="title"/>
          </p:nvPr>
        </p:nvSpPr>
        <p:spPr>
          <a:xfrm>
            <a:off x="283850" y="285900"/>
            <a:ext cx="4227300" cy="751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09" name="Google Shape;109;p1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0" name="Google Shape;110;p1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1" name="Google Shape;111;p15"/>
          <p:cNvSpPr txBox="1"/>
          <p:nvPr>
            <p:ph idx="1" type="body"/>
          </p:nvPr>
        </p:nvSpPr>
        <p:spPr>
          <a:xfrm>
            <a:off x="4632000" y="285900"/>
            <a:ext cx="42273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2" name="Google Shape;112;p15"/>
          <p:cNvSpPr txBox="1"/>
          <p:nvPr>
            <p:ph idx="4" type="subTitle"/>
          </p:nvPr>
        </p:nvSpPr>
        <p:spPr>
          <a:xfrm>
            <a:off x="28862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3" name="Google Shape;113;p15"/>
          <p:cNvSpPr txBox="1"/>
          <p:nvPr>
            <p:ph idx="5" type="body"/>
          </p:nvPr>
        </p:nvSpPr>
        <p:spPr>
          <a:xfrm>
            <a:off x="28862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4" name="Google Shape;114;p15"/>
          <p:cNvSpPr txBox="1"/>
          <p:nvPr>
            <p:ph idx="6" type="subTitle"/>
          </p:nvPr>
        </p:nvSpPr>
        <p:spPr>
          <a:xfrm>
            <a:off x="245670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5" name="Google Shape;115;p15"/>
          <p:cNvSpPr txBox="1"/>
          <p:nvPr>
            <p:ph idx="7" type="body"/>
          </p:nvPr>
        </p:nvSpPr>
        <p:spPr>
          <a:xfrm>
            <a:off x="245670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6" name="Google Shape;116;p15"/>
          <p:cNvSpPr txBox="1"/>
          <p:nvPr>
            <p:ph idx="8" type="subTitle"/>
          </p:nvPr>
        </p:nvSpPr>
        <p:spPr>
          <a:xfrm>
            <a:off x="4629375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7" name="Google Shape;117;p15"/>
          <p:cNvSpPr txBox="1"/>
          <p:nvPr>
            <p:ph idx="9" type="body"/>
          </p:nvPr>
        </p:nvSpPr>
        <p:spPr>
          <a:xfrm>
            <a:off x="4629375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18" name="Google Shape;118;p15"/>
          <p:cNvSpPr txBox="1"/>
          <p:nvPr>
            <p:ph idx="13" type="subTitle"/>
          </p:nvPr>
        </p:nvSpPr>
        <p:spPr>
          <a:xfrm>
            <a:off x="6802050" y="1922875"/>
            <a:ext cx="2050800" cy="537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None/>
              <a:defRPr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9" name="Google Shape;119;p15"/>
          <p:cNvSpPr txBox="1"/>
          <p:nvPr>
            <p:ph idx="14" type="body"/>
          </p:nvPr>
        </p:nvSpPr>
        <p:spPr>
          <a:xfrm>
            <a:off x="6802050" y="2891825"/>
            <a:ext cx="2050800" cy="1507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5">
  <p:cSld name="BLANK_1_1_1_1_1_1_1_1_1_1_1_1_1_2_1_2_1">
    <p:bg>
      <p:bgPr>
        <a:solidFill>
          <a:schemeClr val="lt1"/>
        </a:solidFill>
      </p:bgPr>
    </p:bg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16"/>
          <p:cNvSpPr txBox="1"/>
          <p:nvPr>
            <p:ph idx="1" type="subTitle"/>
          </p:nvPr>
        </p:nvSpPr>
        <p:spPr>
          <a:xfrm>
            <a:off x="288625" y="2636275"/>
            <a:ext cx="1005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2" name="Google Shape;122;p16"/>
          <p:cNvSpPr txBox="1"/>
          <p:nvPr>
            <p:ph idx="2" type="subTitle"/>
          </p:nvPr>
        </p:nvSpPr>
        <p:spPr>
          <a:xfrm>
            <a:off x="288625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3" name="Google Shape;123;p16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4" name="Google Shape;124;p16"/>
          <p:cNvSpPr txBox="1"/>
          <p:nvPr>
            <p:ph idx="4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5" name="Google Shape;125;p16"/>
          <p:cNvSpPr txBox="1"/>
          <p:nvPr>
            <p:ph idx="5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6" name="Google Shape;126;p16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16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8" name="Google Shape;128;p16"/>
          <p:cNvSpPr txBox="1"/>
          <p:nvPr>
            <p:ph idx="6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29" name="Google Shape;129;p16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0" name="Google Shape;130;p16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1" name="Google Shape;131;p16"/>
          <p:cNvSpPr txBox="1"/>
          <p:nvPr>
            <p:ph idx="9" type="subTitle"/>
          </p:nvPr>
        </p:nvSpPr>
        <p:spPr>
          <a:xfrm>
            <a:off x="1648600" y="2636275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600"/>
              <a:buFont typeface="Inter"/>
              <a:buNone/>
              <a:defRPr sz="3600">
                <a:solidFill>
                  <a:schemeClr val="accent4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2" name="Google Shape;132;p16"/>
          <p:cNvSpPr txBox="1"/>
          <p:nvPr>
            <p:ph idx="13" type="subTitle"/>
          </p:nvPr>
        </p:nvSpPr>
        <p:spPr>
          <a:xfrm>
            <a:off x="1648600" y="1552438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Inter"/>
              <a:buNone/>
              <a:defRPr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idx="14" type="subTitle"/>
          </p:nvPr>
        </p:nvSpPr>
        <p:spPr>
          <a:xfrm>
            <a:off x="1648600" y="3707613"/>
            <a:ext cx="40959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Inter"/>
              <a:buNone/>
              <a:defRPr sz="3600">
                <a:solidFill>
                  <a:schemeClr val="accent5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6">
  <p:cSld name="BLANK_1_1_1_1_1_1_1_1_1_1_1_1_1_2_1_2_1_1"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>
            <p:ph idx="1" type="subTitle"/>
          </p:nvPr>
        </p:nvSpPr>
        <p:spPr>
          <a:xfrm>
            <a:off x="3185700" y="37169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6" name="Google Shape;136;p17"/>
          <p:cNvSpPr txBox="1"/>
          <p:nvPr>
            <p:ph idx="2" type="subTitle"/>
          </p:nvPr>
        </p:nvSpPr>
        <p:spPr>
          <a:xfrm>
            <a:off x="1736388" y="26362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7" name="Google Shape;137;p17"/>
          <p:cNvSpPr txBox="1"/>
          <p:nvPr>
            <p:ph idx="3" type="subTitle"/>
          </p:nvPr>
        </p:nvSpPr>
        <p:spPr>
          <a:xfrm>
            <a:off x="288625" y="1555575"/>
            <a:ext cx="1005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</a:defRPr>
            </a:lvl1pPr>
            <a:lvl2pPr lv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Inter"/>
              <a:buNone/>
              <a:defRPr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38" name="Google Shape;138;p17"/>
          <p:cNvSpPr txBox="1"/>
          <p:nvPr>
            <p:ph idx="4" type="body"/>
          </p:nvPr>
        </p:nvSpPr>
        <p:spPr>
          <a:xfrm>
            <a:off x="3187500" y="2635425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39" name="Google Shape;139;p17"/>
          <p:cNvSpPr txBox="1"/>
          <p:nvPr>
            <p:ph idx="5" type="body"/>
          </p:nvPr>
        </p:nvSpPr>
        <p:spPr>
          <a:xfrm>
            <a:off x="4629750" y="3706771"/>
            <a:ext cx="4227000" cy="972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0" name="Google Shape;140;p1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1" name="Google Shape;141;p17"/>
          <p:cNvSpPr txBox="1"/>
          <p:nvPr>
            <p:ph type="title"/>
          </p:nvPr>
        </p:nvSpPr>
        <p:spPr>
          <a:xfrm>
            <a:off x="283850" y="285900"/>
            <a:ext cx="56742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idx="6" type="body"/>
          </p:nvPr>
        </p:nvSpPr>
        <p:spPr>
          <a:xfrm>
            <a:off x="1736400" y="1553875"/>
            <a:ext cx="42270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●"/>
              <a:defRPr>
                <a:solidFill>
                  <a:schemeClr val="dk1"/>
                </a:solidFill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○"/>
              <a:defRPr>
                <a:solidFill>
                  <a:schemeClr val="dk1"/>
                </a:solidFill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Char char="■"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idx="7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8">
  <p:cSld name="BLANK_1_1_1_1_1_1_1_1_1_1_1_1_1_2_1_1_1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7" name="Google Shape;147;p18"/>
          <p:cNvSpPr txBox="1"/>
          <p:nvPr>
            <p:ph type="title"/>
          </p:nvPr>
        </p:nvSpPr>
        <p:spPr>
          <a:xfrm>
            <a:off x="283850" y="285900"/>
            <a:ext cx="5674200" cy="2235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/>
            </a:lvl9pPr>
          </a:lstStyle>
          <a:p/>
        </p:txBody>
      </p:sp>
      <p:sp>
        <p:nvSpPr>
          <p:cNvPr id="148" name="Google Shape;148;p18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18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8"/>
          <p:cNvSpPr txBox="1"/>
          <p:nvPr>
            <p:ph idx="1" type="body"/>
          </p:nvPr>
        </p:nvSpPr>
        <p:spPr>
          <a:xfrm>
            <a:off x="24568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1" name="Google Shape;151;p18"/>
          <p:cNvSpPr txBox="1"/>
          <p:nvPr>
            <p:ph idx="4" type="body"/>
          </p:nvPr>
        </p:nvSpPr>
        <p:spPr>
          <a:xfrm>
            <a:off x="4629750" y="3716975"/>
            <a:ext cx="20550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2" name="Google Shape;152;p18"/>
          <p:cNvSpPr txBox="1"/>
          <p:nvPr>
            <p:ph idx="5" type="body"/>
          </p:nvPr>
        </p:nvSpPr>
        <p:spPr>
          <a:xfrm>
            <a:off x="6802050" y="3716975"/>
            <a:ext cx="2054700" cy="728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9">
  <p:cSld name="BLANK_1_1_1_1_1_1_1_1_1_1_1_1_1_2_1_1_2"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 txBox="1"/>
          <p:nvPr>
            <p:ph idx="1" type="body"/>
          </p:nvPr>
        </p:nvSpPr>
        <p:spPr>
          <a:xfrm>
            <a:off x="6091950" y="155387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5" name="Google Shape;155;p19"/>
          <p:cNvSpPr txBox="1"/>
          <p:nvPr>
            <p:ph idx="2" type="body"/>
          </p:nvPr>
        </p:nvSpPr>
        <p:spPr>
          <a:xfrm>
            <a:off x="6091950" y="2635425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6" name="Google Shape;156;p19"/>
          <p:cNvSpPr txBox="1"/>
          <p:nvPr>
            <p:ph idx="3" type="body"/>
          </p:nvPr>
        </p:nvSpPr>
        <p:spPr>
          <a:xfrm>
            <a:off x="6091950" y="3706763"/>
            <a:ext cx="27648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●"/>
              <a:defRPr sz="1000"/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○"/>
              <a:defRPr sz="1000"/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Inter"/>
              <a:buChar char="■"/>
              <a:defRPr sz="1000"/>
            </a:lvl9pPr>
          </a:lstStyle>
          <a:p/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>
            <a:off x="283850" y="285900"/>
            <a:ext cx="42276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1800"/>
            </a:lvl9pPr>
          </a:lstStyle>
          <a:p/>
        </p:txBody>
      </p:sp>
      <p:sp>
        <p:nvSpPr>
          <p:cNvPr id="158" name="Google Shape;158;p19"/>
          <p:cNvSpPr txBox="1"/>
          <p:nvPr>
            <p:ph idx="4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9" name="Google Shape;159;p19"/>
          <p:cNvSpPr txBox="1"/>
          <p:nvPr>
            <p:ph idx="5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19"/>
          <p:cNvSpPr txBox="1"/>
          <p:nvPr>
            <p:ph idx="6" type="subTitle"/>
          </p:nvPr>
        </p:nvSpPr>
        <p:spPr>
          <a:xfrm>
            <a:off x="288625" y="15555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1" name="Google Shape;161;p19"/>
          <p:cNvSpPr txBox="1"/>
          <p:nvPr>
            <p:ph idx="7" type="subTitle"/>
          </p:nvPr>
        </p:nvSpPr>
        <p:spPr>
          <a:xfrm>
            <a:off x="288625" y="26362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2" name="Google Shape;162;p19"/>
          <p:cNvSpPr txBox="1"/>
          <p:nvPr>
            <p:ph idx="8" type="subTitle"/>
          </p:nvPr>
        </p:nvSpPr>
        <p:spPr>
          <a:xfrm>
            <a:off x="288625" y="3716975"/>
            <a:ext cx="4509600" cy="972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Inter"/>
              <a:buNone/>
              <a:defRPr sz="3600"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3" name="Google Shape;163;p19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 - Alt 10">
  <p:cSld name="BLANK_1_1_1_1_1_1_1_1_1_1_1_1_1_2_1_3">
    <p:bg>
      <p:bgPr>
        <a:solidFill>
          <a:schemeClr val="accent3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0"/>
          <p:cNvSpPr txBox="1"/>
          <p:nvPr>
            <p:ph idx="1" type="subTitle"/>
          </p:nvPr>
        </p:nvSpPr>
        <p:spPr>
          <a:xfrm>
            <a:off x="4629000" y="28590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66" name="Google Shape;166;p20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7" name="Google Shape;167;p20"/>
          <p:cNvSpPr txBox="1"/>
          <p:nvPr>
            <p:ph type="title"/>
          </p:nvPr>
        </p:nvSpPr>
        <p:spPr>
          <a:xfrm>
            <a:off x="283850" y="285900"/>
            <a:ext cx="2764800" cy="11547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8" name="Google Shape;168;p20"/>
          <p:cNvSpPr txBox="1"/>
          <p:nvPr>
            <p:ph idx="2" type="body"/>
          </p:nvPr>
        </p:nvSpPr>
        <p:spPr>
          <a:xfrm>
            <a:off x="4629450" y="786100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69" name="Google Shape;169;p20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0" name="Google Shape;170;p20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Font typeface="Inter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1" name="Google Shape;171;p20"/>
          <p:cNvSpPr txBox="1"/>
          <p:nvPr>
            <p:ph idx="5" type="subTitle"/>
          </p:nvPr>
        </p:nvSpPr>
        <p:spPr>
          <a:xfrm>
            <a:off x="4629000" y="1751850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2" name="Google Shape;172;p20"/>
          <p:cNvSpPr txBox="1"/>
          <p:nvPr>
            <p:ph idx="6" type="body"/>
          </p:nvPr>
        </p:nvSpPr>
        <p:spPr>
          <a:xfrm>
            <a:off x="4629450" y="2252055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3" name="Google Shape;173;p20"/>
          <p:cNvSpPr txBox="1"/>
          <p:nvPr>
            <p:ph idx="7" type="subTitle"/>
          </p:nvPr>
        </p:nvSpPr>
        <p:spPr>
          <a:xfrm>
            <a:off x="4629000" y="3217788"/>
            <a:ext cx="4228200" cy="357600"/>
          </a:xfrm>
          <a:prstGeom prst="rect">
            <a:avLst/>
          </a:prstGeom>
        </p:spPr>
        <p:txBody>
          <a:bodyPr anchorCtr="0" anchor="t" bIns="0" lIns="182875" spcFirstLastPara="1" rIns="0" wrap="square" tIns="18287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Inter"/>
              <a:buNone/>
              <a:defRPr sz="12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74" name="Google Shape;174;p20"/>
          <p:cNvSpPr txBox="1"/>
          <p:nvPr>
            <p:ph idx="8" type="body"/>
          </p:nvPr>
        </p:nvSpPr>
        <p:spPr>
          <a:xfrm>
            <a:off x="4629450" y="3717997"/>
            <a:ext cx="2172600" cy="804300"/>
          </a:xfrm>
          <a:prstGeom prst="rect">
            <a:avLst/>
          </a:prstGeom>
        </p:spPr>
        <p:txBody>
          <a:bodyPr anchorCtr="0" anchor="t" bIns="0" lIns="182875" spcFirstLastPara="1" rIns="182875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5" name="Google Shape;175;p20"/>
          <p:cNvSpPr txBox="1"/>
          <p:nvPr>
            <p:ph idx="9" type="body"/>
          </p:nvPr>
        </p:nvSpPr>
        <p:spPr>
          <a:xfrm>
            <a:off x="284850" y="3717988"/>
            <a:ext cx="2055300" cy="804300"/>
          </a:xfrm>
          <a:prstGeom prst="rect">
            <a:avLst/>
          </a:prstGeom>
        </p:spPr>
        <p:txBody>
          <a:bodyPr anchorCtr="0" anchor="t" bIns="0" lIns="0" spcFirstLastPara="1" rIns="182875" wrap="square" tIns="0">
            <a:sp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">
  <p:cSld name="CUSTOM">
    <p:bg>
      <p:bgPr>
        <a:solidFill>
          <a:schemeClr val="accent3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1"/>
          <p:cNvSpPr/>
          <p:nvPr>
            <p:ph idx="2" type="pic"/>
          </p:nvPr>
        </p:nvSpPr>
        <p:spPr>
          <a:xfrm>
            <a:off x="46297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8" name="Google Shape;178;p21"/>
          <p:cNvSpPr/>
          <p:nvPr>
            <p:ph idx="3" type="pic"/>
          </p:nvPr>
        </p:nvSpPr>
        <p:spPr>
          <a:xfrm>
            <a:off x="611180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79" name="Google Shape;179;p21"/>
          <p:cNvSpPr/>
          <p:nvPr>
            <p:ph idx="4" type="pic"/>
          </p:nvPr>
        </p:nvSpPr>
        <p:spPr>
          <a:xfrm>
            <a:off x="7593850" y="2860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21"/>
          <p:cNvSpPr/>
          <p:nvPr>
            <p:ph idx="5" type="pic"/>
          </p:nvPr>
        </p:nvSpPr>
        <p:spPr>
          <a:xfrm>
            <a:off x="46297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21"/>
          <p:cNvSpPr/>
          <p:nvPr>
            <p:ph idx="6" type="pic"/>
          </p:nvPr>
        </p:nvSpPr>
        <p:spPr>
          <a:xfrm>
            <a:off x="611180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21"/>
          <p:cNvSpPr/>
          <p:nvPr>
            <p:ph idx="7" type="pic"/>
          </p:nvPr>
        </p:nvSpPr>
        <p:spPr>
          <a:xfrm>
            <a:off x="7593850" y="2634475"/>
            <a:ext cx="1257900" cy="12615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2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4" name="Google Shape;184;p21"/>
          <p:cNvSpPr txBox="1"/>
          <p:nvPr>
            <p:ph idx="8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85" name="Google Shape;185;p21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6" name="Google Shape;186;p21"/>
          <p:cNvSpPr txBox="1"/>
          <p:nvPr>
            <p:ph idx="9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7" name="Google Shape;187;p21"/>
          <p:cNvSpPr txBox="1"/>
          <p:nvPr>
            <p:ph idx="13" type="title"/>
          </p:nvPr>
        </p:nvSpPr>
        <p:spPr>
          <a:xfrm>
            <a:off x="283850" y="474875"/>
            <a:ext cx="2773200" cy="17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8" name="Google Shape;188;p21"/>
          <p:cNvSpPr txBox="1"/>
          <p:nvPr>
            <p:ph idx="14" type="title"/>
          </p:nvPr>
        </p:nvSpPr>
        <p:spPr>
          <a:xfrm>
            <a:off x="46297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89" name="Google Shape;189;p21"/>
          <p:cNvSpPr txBox="1"/>
          <p:nvPr>
            <p:ph idx="15" type="title"/>
          </p:nvPr>
        </p:nvSpPr>
        <p:spPr>
          <a:xfrm>
            <a:off x="611180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0" name="Google Shape;190;p21"/>
          <p:cNvSpPr txBox="1"/>
          <p:nvPr>
            <p:ph idx="16" type="title"/>
          </p:nvPr>
        </p:nvSpPr>
        <p:spPr>
          <a:xfrm>
            <a:off x="7593850" y="1649525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1" name="Google Shape;191;p21"/>
          <p:cNvSpPr txBox="1"/>
          <p:nvPr>
            <p:ph idx="17" type="title"/>
          </p:nvPr>
        </p:nvSpPr>
        <p:spPr>
          <a:xfrm>
            <a:off x="46297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2" name="Google Shape;192;p21"/>
          <p:cNvSpPr txBox="1"/>
          <p:nvPr>
            <p:ph idx="18" type="title"/>
          </p:nvPr>
        </p:nvSpPr>
        <p:spPr>
          <a:xfrm>
            <a:off x="611180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3" name="Google Shape;193;p21"/>
          <p:cNvSpPr txBox="1"/>
          <p:nvPr>
            <p:ph idx="19" type="title"/>
          </p:nvPr>
        </p:nvSpPr>
        <p:spPr>
          <a:xfrm>
            <a:off x="7593850" y="3995850"/>
            <a:ext cx="1257900" cy="686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1">
  <p:cSld name="CUSTOM_3">
    <p:bg>
      <p:bgPr>
        <a:solidFill>
          <a:schemeClr val="accent1"/>
        </a:soli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>
            <p:ph idx="2" type="pic"/>
          </p:nvPr>
        </p:nvSpPr>
        <p:spPr>
          <a:xfrm>
            <a:off x="245670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196" name="Google Shape;196;p22"/>
          <p:cNvSpPr txBox="1"/>
          <p:nvPr>
            <p:ph type="title"/>
          </p:nvPr>
        </p:nvSpPr>
        <p:spPr>
          <a:xfrm>
            <a:off x="263535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97" name="Google Shape;197;p22"/>
          <p:cNvSpPr txBox="1"/>
          <p:nvPr>
            <p:ph idx="1" type="body"/>
          </p:nvPr>
        </p:nvSpPr>
        <p:spPr>
          <a:xfrm>
            <a:off x="263535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198" name="Google Shape;198;p22"/>
          <p:cNvSpPr txBox="1"/>
          <p:nvPr>
            <p:ph idx="3" type="title"/>
          </p:nvPr>
        </p:nvSpPr>
        <p:spPr>
          <a:xfrm>
            <a:off x="263535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9" name="Google Shape;199;p22"/>
          <p:cNvSpPr/>
          <p:nvPr>
            <p:ph idx="4" type="pic"/>
          </p:nvPr>
        </p:nvSpPr>
        <p:spPr>
          <a:xfrm>
            <a:off x="4084738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0" name="Google Shape;200;p22"/>
          <p:cNvSpPr txBox="1"/>
          <p:nvPr>
            <p:ph idx="5" type="title"/>
          </p:nvPr>
        </p:nvSpPr>
        <p:spPr>
          <a:xfrm>
            <a:off x="4263388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1" name="Google Shape;201;p22"/>
          <p:cNvSpPr txBox="1"/>
          <p:nvPr>
            <p:ph idx="6" type="body"/>
          </p:nvPr>
        </p:nvSpPr>
        <p:spPr>
          <a:xfrm>
            <a:off x="4263388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2" name="Google Shape;202;p22"/>
          <p:cNvSpPr txBox="1"/>
          <p:nvPr>
            <p:ph idx="7" type="title"/>
          </p:nvPr>
        </p:nvSpPr>
        <p:spPr>
          <a:xfrm>
            <a:off x="4263388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3" name="Google Shape;203;p22"/>
          <p:cNvSpPr/>
          <p:nvPr>
            <p:ph idx="8" type="pic"/>
          </p:nvPr>
        </p:nvSpPr>
        <p:spPr>
          <a:xfrm>
            <a:off x="5713225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22"/>
          <p:cNvSpPr txBox="1"/>
          <p:nvPr>
            <p:ph idx="9" type="title"/>
          </p:nvPr>
        </p:nvSpPr>
        <p:spPr>
          <a:xfrm>
            <a:off x="5891875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5" name="Google Shape;205;p22"/>
          <p:cNvSpPr txBox="1"/>
          <p:nvPr>
            <p:ph idx="13" type="body"/>
          </p:nvPr>
        </p:nvSpPr>
        <p:spPr>
          <a:xfrm>
            <a:off x="5891875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06" name="Google Shape;206;p22"/>
          <p:cNvSpPr txBox="1"/>
          <p:nvPr>
            <p:ph idx="14" type="title"/>
          </p:nvPr>
        </p:nvSpPr>
        <p:spPr>
          <a:xfrm>
            <a:off x="5891875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7" name="Google Shape;207;p22"/>
          <p:cNvSpPr/>
          <p:nvPr>
            <p:ph idx="15" type="pic"/>
          </p:nvPr>
        </p:nvSpPr>
        <p:spPr>
          <a:xfrm>
            <a:off x="7341950" y="373175"/>
            <a:ext cx="1515000" cy="1616700"/>
          </a:xfrm>
          <a:prstGeom prst="rect">
            <a:avLst/>
          </a:prstGeom>
          <a:noFill/>
          <a:ln>
            <a:noFill/>
          </a:ln>
        </p:spPr>
      </p:sp>
      <p:sp>
        <p:nvSpPr>
          <p:cNvPr id="208" name="Google Shape;208;p22"/>
          <p:cNvSpPr txBox="1"/>
          <p:nvPr>
            <p:ph idx="16" type="title"/>
          </p:nvPr>
        </p:nvSpPr>
        <p:spPr>
          <a:xfrm>
            <a:off x="7520600" y="2172975"/>
            <a:ext cx="1188600" cy="152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0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09" name="Google Shape;209;p22"/>
          <p:cNvSpPr txBox="1"/>
          <p:nvPr>
            <p:ph idx="17" type="body"/>
          </p:nvPr>
        </p:nvSpPr>
        <p:spPr>
          <a:xfrm>
            <a:off x="7520600" y="2832368"/>
            <a:ext cx="1161900" cy="167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0" name="Google Shape;210;p22"/>
          <p:cNvSpPr txBox="1"/>
          <p:nvPr>
            <p:ph idx="18" type="title"/>
          </p:nvPr>
        </p:nvSpPr>
        <p:spPr>
          <a:xfrm>
            <a:off x="7520600" y="2325375"/>
            <a:ext cx="1188600" cy="278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1" name="Google Shape;211;p22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2" name="Google Shape;212;p22"/>
          <p:cNvSpPr txBox="1"/>
          <p:nvPr>
            <p:ph idx="19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3" name="Google Shape;213;p22"/>
          <p:cNvSpPr txBox="1"/>
          <p:nvPr>
            <p:ph idx="20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2"/>
          <p:cNvSpPr txBox="1"/>
          <p:nvPr>
            <p:ph idx="21" type="title"/>
          </p:nvPr>
        </p:nvSpPr>
        <p:spPr>
          <a:xfrm>
            <a:off x="283850" y="285900"/>
            <a:ext cx="2055600" cy="1269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description - Alt 2">
  <p:cSld name="CUSTOM_4"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3"/>
          <p:cNvSpPr txBox="1"/>
          <p:nvPr>
            <p:ph type="title"/>
          </p:nvPr>
        </p:nvSpPr>
        <p:spPr>
          <a:xfrm>
            <a:off x="1049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7" name="Google Shape;217;p23"/>
          <p:cNvSpPr txBox="1"/>
          <p:nvPr>
            <p:ph idx="1" type="body"/>
          </p:nvPr>
        </p:nvSpPr>
        <p:spPr>
          <a:xfrm>
            <a:off x="1049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18" name="Google Shape;218;p23"/>
          <p:cNvSpPr txBox="1"/>
          <p:nvPr>
            <p:ph idx="2" type="title"/>
          </p:nvPr>
        </p:nvSpPr>
        <p:spPr>
          <a:xfrm>
            <a:off x="1049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9" name="Google Shape;219;p23"/>
          <p:cNvSpPr txBox="1"/>
          <p:nvPr>
            <p:ph idx="3" type="body"/>
          </p:nvPr>
        </p:nvSpPr>
        <p:spPr>
          <a:xfrm>
            <a:off x="1049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0" name="Google Shape;220;p23"/>
          <p:cNvSpPr txBox="1"/>
          <p:nvPr>
            <p:ph idx="4" type="title"/>
          </p:nvPr>
        </p:nvSpPr>
        <p:spPr>
          <a:xfrm>
            <a:off x="3950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1" name="Google Shape;221;p23"/>
          <p:cNvSpPr txBox="1"/>
          <p:nvPr>
            <p:ph idx="5" type="body"/>
          </p:nvPr>
        </p:nvSpPr>
        <p:spPr>
          <a:xfrm>
            <a:off x="3950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2" name="Google Shape;222;p23"/>
          <p:cNvSpPr txBox="1"/>
          <p:nvPr>
            <p:ph idx="6" type="title"/>
          </p:nvPr>
        </p:nvSpPr>
        <p:spPr>
          <a:xfrm>
            <a:off x="3950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3" name="Google Shape;223;p23"/>
          <p:cNvSpPr txBox="1"/>
          <p:nvPr>
            <p:ph idx="7" type="body"/>
          </p:nvPr>
        </p:nvSpPr>
        <p:spPr>
          <a:xfrm>
            <a:off x="3950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4" name="Google Shape;224;p23"/>
          <p:cNvSpPr txBox="1"/>
          <p:nvPr>
            <p:ph idx="8" type="title"/>
          </p:nvPr>
        </p:nvSpPr>
        <p:spPr>
          <a:xfrm>
            <a:off x="6851249" y="20306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5" name="Google Shape;225;p23"/>
          <p:cNvSpPr txBox="1"/>
          <p:nvPr>
            <p:ph idx="9" type="body"/>
          </p:nvPr>
        </p:nvSpPr>
        <p:spPr>
          <a:xfrm>
            <a:off x="6851250" y="23968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6" name="Google Shape;226;p23"/>
          <p:cNvSpPr txBox="1"/>
          <p:nvPr>
            <p:ph idx="13" type="title"/>
          </p:nvPr>
        </p:nvSpPr>
        <p:spPr>
          <a:xfrm>
            <a:off x="6851249" y="3575325"/>
            <a:ext cx="1902000" cy="24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800"/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27" name="Google Shape;227;p23"/>
          <p:cNvSpPr txBox="1"/>
          <p:nvPr>
            <p:ph idx="14" type="body"/>
          </p:nvPr>
        </p:nvSpPr>
        <p:spPr>
          <a:xfrm>
            <a:off x="6851250" y="3941500"/>
            <a:ext cx="1902000" cy="639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Inter"/>
              <a:buChar char="■"/>
              <a:defRPr sz="800"/>
            </a:lvl9pPr>
          </a:lstStyle>
          <a:p/>
        </p:txBody>
      </p:sp>
      <p:sp>
        <p:nvSpPr>
          <p:cNvPr id="228" name="Google Shape;228;p23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29" name="Google Shape;229;p23"/>
          <p:cNvSpPr txBox="1"/>
          <p:nvPr>
            <p:ph idx="15" type="title"/>
          </p:nvPr>
        </p:nvSpPr>
        <p:spPr>
          <a:xfrm>
            <a:off x="283850" y="285900"/>
            <a:ext cx="85719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30" name="Google Shape;230;p23"/>
          <p:cNvSpPr/>
          <p:nvPr>
            <p:ph idx="16" type="pic"/>
          </p:nvPr>
        </p:nvSpPr>
        <p:spPr>
          <a:xfrm>
            <a:off x="290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1" name="Google Shape;231;p23"/>
          <p:cNvSpPr/>
          <p:nvPr>
            <p:ph idx="17" type="pic"/>
          </p:nvPr>
        </p:nvSpPr>
        <p:spPr>
          <a:xfrm>
            <a:off x="290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2" name="Google Shape;232;p23"/>
          <p:cNvSpPr/>
          <p:nvPr>
            <p:ph idx="18" type="pic"/>
          </p:nvPr>
        </p:nvSpPr>
        <p:spPr>
          <a:xfrm>
            <a:off x="3191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3" name="Google Shape;233;p23"/>
          <p:cNvSpPr/>
          <p:nvPr>
            <p:ph idx="19" type="pic"/>
          </p:nvPr>
        </p:nvSpPr>
        <p:spPr>
          <a:xfrm>
            <a:off x="3191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4" name="Google Shape;234;p23"/>
          <p:cNvSpPr/>
          <p:nvPr>
            <p:ph idx="20" type="pic"/>
          </p:nvPr>
        </p:nvSpPr>
        <p:spPr>
          <a:xfrm>
            <a:off x="6092325" y="18628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5" name="Google Shape;235;p23"/>
          <p:cNvSpPr/>
          <p:nvPr>
            <p:ph idx="21" type="pic"/>
          </p:nvPr>
        </p:nvSpPr>
        <p:spPr>
          <a:xfrm>
            <a:off x="6092325" y="3407525"/>
            <a:ext cx="663000" cy="1271100"/>
          </a:xfrm>
          <a:prstGeom prst="rect">
            <a:avLst/>
          </a:prstGeom>
          <a:noFill/>
          <a:ln>
            <a:noFill/>
          </a:ln>
        </p:spPr>
      </p:sp>
      <p:sp>
        <p:nvSpPr>
          <p:cNvPr id="236" name="Google Shape;236;p23"/>
          <p:cNvSpPr txBox="1"/>
          <p:nvPr>
            <p:ph idx="2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2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image grid and body text">
  <p:cSld name="CUSTOM_2">
    <p:bg>
      <p:bgPr>
        <a:solidFill>
          <a:schemeClr val="lt1"/>
        </a:solidFill>
      </p:bgPr>
    </p:bg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4"/>
          <p:cNvSpPr/>
          <p:nvPr>
            <p:ph idx="2" type="pic"/>
          </p:nvPr>
        </p:nvSpPr>
        <p:spPr>
          <a:xfrm>
            <a:off x="3186000" y="3242875"/>
            <a:ext cx="27981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0" name="Google Shape;240;p24"/>
          <p:cNvSpPr/>
          <p:nvPr>
            <p:ph idx="3" type="pic"/>
          </p:nvPr>
        </p:nvSpPr>
        <p:spPr>
          <a:xfrm>
            <a:off x="5984100" y="3242875"/>
            <a:ext cx="14406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1" name="Google Shape;241;p24"/>
          <p:cNvSpPr/>
          <p:nvPr>
            <p:ph idx="4" type="pic"/>
          </p:nvPr>
        </p:nvSpPr>
        <p:spPr>
          <a:xfrm>
            <a:off x="7412150" y="1440350"/>
            <a:ext cx="14415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2" name="Google Shape;242;p24"/>
          <p:cNvSpPr/>
          <p:nvPr>
            <p:ph idx="5" type="pic"/>
          </p:nvPr>
        </p:nvSpPr>
        <p:spPr>
          <a:xfrm>
            <a:off x="7412150" y="0"/>
            <a:ext cx="1441500" cy="1440600"/>
          </a:xfrm>
          <a:prstGeom prst="rect">
            <a:avLst/>
          </a:prstGeom>
          <a:noFill/>
          <a:ln>
            <a:noFill/>
          </a:ln>
        </p:spPr>
      </p:sp>
      <p:sp>
        <p:nvSpPr>
          <p:cNvPr id="243" name="Google Shape;243;p24"/>
          <p:cNvSpPr/>
          <p:nvPr>
            <p:ph idx="6" type="pic"/>
          </p:nvPr>
        </p:nvSpPr>
        <p:spPr>
          <a:xfrm>
            <a:off x="3184850" y="0"/>
            <a:ext cx="4227300" cy="3243000"/>
          </a:xfrm>
          <a:prstGeom prst="rect">
            <a:avLst/>
          </a:prstGeom>
          <a:noFill/>
          <a:ln>
            <a:noFill/>
          </a:ln>
        </p:spPr>
      </p:sp>
      <p:sp>
        <p:nvSpPr>
          <p:cNvPr id="244" name="Google Shape;244;p24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4"/>
          <p:cNvSpPr txBox="1"/>
          <p:nvPr>
            <p:ph idx="7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>
                <a:solidFill>
                  <a:schemeClr val="dk1"/>
                </a:solidFill>
              </a:defRPr>
            </a:lvl1pPr>
            <a:lvl2pPr lvl="1" algn="r">
              <a:buNone/>
              <a:defRPr>
                <a:solidFill>
                  <a:schemeClr val="dk1"/>
                </a:solidFill>
              </a:defRPr>
            </a:lvl2pPr>
            <a:lvl3pPr lvl="2" algn="r">
              <a:buNone/>
              <a:defRPr>
                <a:solidFill>
                  <a:schemeClr val="dk1"/>
                </a:solidFill>
              </a:defRPr>
            </a:lvl3pPr>
            <a:lvl4pPr lvl="3" algn="r">
              <a:buNone/>
              <a:defRPr>
                <a:solidFill>
                  <a:schemeClr val="dk1"/>
                </a:solidFill>
              </a:defRPr>
            </a:lvl4pPr>
            <a:lvl5pPr lvl="4" algn="r">
              <a:buNone/>
              <a:defRPr>
                <a:solidFill>
                  <a:schemeClr val="dk1"/>
                </a:solidFill>
              </a:defRPr>
            </a:lvl5pPr>
            <a:lvl6pPr lvl="5" algn="r">
              <a:buNone/>
              <a:defRPr>
                <a:solidFill>
                  <a:schemeClr val="dk1"/>
                </a:solidFill>
              </a:defRPr>
            </a:lvl6pPr>
            <a:lvl7pPr lvl="6" algn="r">
              <a:buNone/>
              <a:defRPr>
                <a:solidFill>
                  <a:schemeClr val="dk1"/>
                </a:solidFill>
              </a:defRPr>
            </a:lvl7pPr>
            <a:lvl8pPr lvl="7" algn="r">
              <a:buNone/>
              <a:defRPr>
                <a:solidFill>
                  <a:schemeClr val="dk1"/>
                </a:solidFill>
              </a:defRPr>
            </a:lvl8pPr>
            <a:lvl9pPr lvl="8" algn="r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6" name="Google Shape;246;p24"/>
          <p:cNvSpPr txBox="1"/>
          <p:nvPr>
            <p:ph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24"/>
          <p:cNvSpPr txBox="1"/>
          <p:nvPr>
            <p:ph idx="8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8" name="Google Shape;248;p24"/>
          <p:cNvSpPr txBox="1"/>
          <p:nvPr>
            <p:ph idx="9" type="title"/>
          </p:nvPr>
        </p:nvSpPr>
        <p:spPr>
          <a:xfrm>
            <a:off x="283850" y="285900"/>
            <a:ext cx="2773200" cy="816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1pPr>
            <a:lvl2pPr lvl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2pPr>
            <a:lvl3pPr lvl="2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3pPr>
            <a:lvl4pPr lvl="3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4pPr>
            <a:lvl5pPr lvl="4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5pPr>
            <a:lvl6pPr lvl="5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6pPr>
            <a:lvl7pPr lvl="6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7pPr>
            <a:lvl8pPr lvl="7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8pPr>
            <a:lvl9pPr lvl="8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9" name="Google Shape;249;p24"/>
          <p:cNvSpPr txBox="1"/>
          <p:nvPr>
            <p:ph idx="1" type="body"/>
          </p:nvPr>
        </p:nvSpPr>
        <p:spPr>
          <a:xfrm>
            <a:off x="283850" y="2636275"/>
            <a:ext cx="2767200" cy="2046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●"/>
              <a:defRPr sz="1000">
                <a:solidFill>
                  <a:schemeClr val="dk1"/>
                </a:solidFill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○"/>
              <a:defRPr sz="1000">
                <a:solidFill>
                  <a:schemeClr val="dk1"/>
                </a:solidFill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Inter"/>
              <a:buChar char="■"/>
              <a:defRPr sz="10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ver">
  <p:cSld name="BLANK_4">
    <p:bg>
      <p:bgPr>
        <a:solidFill>
          <a:schemeClr val="accent1"/>
        </a:solidFill>
      </p:bgPr>
    </p:bg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5"/>
          <p:cNvSpPr/>
          <p:nvPr/>
        </p:nvSpPr>
        <p:spPr>
          <a:xfrm>
            <a:off x="5283375" y="285900"/>
            <a:ext cx="3573485" cy="3573485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252" name="Google Shape;252;p25"/>
          <p:cNvSpPr txBox="1"/>
          <p:nvPr>
            <p:ph type="title"/>
          </p:nvPr>
        </p:nvSpPr>
        <p:spPr>
          <a:xfrm>
            <a:off x="283850" y="224410"/>
            <a:ext cx="6683700" cy="1236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1pPr>
            <a:lvl2pPr lvl="1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2pPr>
            <a:lvl3pPr lvl="2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3pPr>
            <a:lvl4pPr lvl="3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4pPr>
            <a:lvl5pPr lvl="4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5pPr>
            <a:lvl6pPr lvl="5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6pPr>
            <a:lvl7pPr lvl="6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7pPr>
            <a:lvl8pPr lvl="7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8pPr>
            <a:lvl9pPr lvl="8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  <a:defRPr sz="6000"/>
            </a:lvl9pPr>
          </a:lstStyle>
          <a:p/>
        </p:txBody>
      </p:sp>
      <p:sp>
        <p:nvSpPr>
          <p:cNvPr id="253" name="Google Shape;253;p25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54" name="Google Shape;254;p25"/>
          <p:cNvSpPr txBox="1"/>
          <p:nvPr>
            <p:ph idx="2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5" name="Google Shape;255;p25"/>
          <p:cNvSpPr txBox="1"/>
          <p:nvPr>
            <p:ph idx="3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Font typeface="Inter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6" name="Google Shape;256;p25"/>
          <p:cNvSpPr txBox="1"/>
          <p:nvPr>
            <p:ph idx="4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59" name="Google Shape;259;p2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7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4" name="Google Shape;264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7" name="Google Shape;267;p2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68" name="Google Shape;268;p2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1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73" name="Google Shape;273;p31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2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3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278" name="Google Shape;278;p33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279" name="Google Shape;279;p33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4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5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284" name="Google Shape;284;p35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 algn="ctr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7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8" name="Google Shape;288;p37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89" name="Google Shape;289;p37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0" name="Google Shape;290;p37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1" name="Google Shape;291;p37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2" name="Google Shape;292;p37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293" name="Google Shape;293;p37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6" name="Google Shape;296;p38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297" name="Google Shape;297;p38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" name="Google Shape;299;p3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00" name="Google Shape;300;p39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1" name="Google Shape;301;p39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2" name="Google Shape;302;p39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3" name="Google Shape;303;p39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40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6" name="Google Shape;306;p40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07" name="Google Shape;307;p40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Char char="●"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Char char="○"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Char char="■"/>
              <a:defRPr sz="3000"/>
            </a:lvl9pPr>
          </a:lstStyle>
          <a:p/>
        </p:txBody>
      </p:sp>
      <p:sp>
        <p:nvSpPr>
          <p:cNvPr id="308" name="Google Shape;308;p40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09" name="Google Shape;309;p40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0" name="Google Shape;310;p40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1" name="Google Shape;311;p40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1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4" name="Google Shape;314;p41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5" name="Google Shape;315;p41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6" name="Google Shape;316;p41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17" name="Google Shape;317;p41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318" name="Google Shape;318;p41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19" name="Google Shape;319;p41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0" name="Google Shape;320;p41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321" name="Google Shape;321;p41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42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6" name="Google Shape;326;p43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27" name="Google Shape;327;p43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8" name="Google Shape;328;p43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329" name="Google Shape;329;p43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0" name="Google Shape;330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1" name="Google Shape;331;p43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32" name="Google Shape;332;p43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44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5" name="Google Shape;335;p44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6" name="Google Shape;336;p44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7" name="Google Shape;337;p44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38" name="Google Shape;338;p44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339" name="Google Shape;339;p44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/>
        </p:txBody>
      </p:sp>
      <p:sp>
        <p:nvSpPr>
          <p:cNvPr id="340" name="Google Shape;340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1" name="Google Shape;341;p44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2" name="Google Shape;342;p44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43" name="Google Shape;343;p44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45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6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8" name="Google Shape;348;p46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49" name="Google Shape;349;p46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0" name="Google Shape;350;p46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1" name="Google Shape;351;p46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2" name="Google Shape;352;p46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3" name="Google Shape;353;p46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4" name="Google Shape;354;p46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5" name="Google Shape;355;p46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356" name="Google Shape;356;p46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44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21.xml"/><Relationship Id="rId43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24.xml"/><Relationship Id="rId46" Type="http://schemas.openxmlformats.org/officeDocument/2006/relationships/theme" Target="../theme/theme2.xml"/><Relationship Id="rId23" Type="http://schemas.openxmlformats.org/officeDocument/2006/relationships/slideLayout" Target="../slideLayouts/slideLayout23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850" y="1555575"/>
            <a:ext cx="5710500" cy="28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3048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4850" y="285900"/>
            <a:ext cx="6423900" cy="5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 algn="r"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" name="Google Shape;9;p1"/>
          <p:cNvSpPr txBox="1"/>
          <p:nvPr>
            <p:ph idx="2" type="title"/>
          </p:nvPr>
        </p:nvSpPr>
        <p:spPr>
          <a:xfrm>
            <a:off x="288625" y="4778975"/>
            <a:ext cx="42273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1" name="Google Shape;11;p1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"/>
              <a:buFont typeface="Inter"/>
              <a:buNone/>
              <a:defRPr sz="6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None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12" name="Google Shape;12;p1"/>
          <p:cNvSpPr txBox="1"/>
          <p:nvPr>
            <p:ph idx="5" type="body"/>
          </p:nvPr>
        </p:nvSpPr>
        <p:spPr>
          <a:xfrm>
            <a:off x="4239825" y="1398125"/>
            <a:ext cx="3648900" cy="227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●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○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Inter"/>
              <a:buChar char="■"/>
              <a:defRPr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579">
          <p15:clr>
            <a:srgbClr val="E46962"/>
          </p15:clr>
        </p15:guide>
        <p15:guide id="2" pos="179">
          <p15:clr>
            <a:srgbClr val="E46962"/>
          </p15:clr>
        </p15:guide>
        <p15:guide id="3" orient="horz" pos="180">
          <p15:clr>
            <a:srgbClr val="E46962"/>
          </p15:clr>
        </p15:guide>
        <p15:guide id="4" orient="horz" pos="3060">
          <p15:clr>
            <a:srgbClr val="E46962"/>
          </p15:clr>
        </p15:guide>
        <p15:guide id="5" pos="2842">
          <p15:clr>
            <a:srgbClr val="E46962"/>
          </p15:clr>
        </p15:guide>
        <p15:guide id="6" pos="2916">
          <p15:clr>
            <a:srgbClr val="E46962"/>
          </p15:clr>
        </p15:guide>
        <p15:guide id="7" pos="1474">
          <p15:clr>
            <a:srgbClr val="E46962"/>
          </p15:clr>
        </p15:guide>
        <p15:guide id="8" pos="1548">
          <p15:clr>
            <a:srgbClr val="E46962"/>
          </p15:clr>
        </p15:guide>
        <p15:guide id="9" pos="4211">
          <p15:clr>
            <a:srgbClr val="E46962"/>
          </p15:clr>
        </p15:guide>
        <p15:guide id="10" pos="4285">
          <p15:clr>
            <a:srgbClr val="E46962"/>
          </p15:clr>
        </p15:guide>
        <p15:guide id="11" pos="3753">
          <p15:clr>
            <a:srgbClr val="E46962"/>
          </p15:clr>
        </p15:guide>
        <p15:guide id="12" pos="3834">
          <p15:clr>
            <a:srgbClr val="E46962"/>
          </p15:clr>
        </p15:guide>
        <p15:guide id="13" pos="1926">
          <p15:clr>
            <a:srgbClr val="E46962"/>
          </p15:clr>
        </p15:guide>
        <p15:guide id="14" pos="2007">
          <p15:clr>
            <a:srgbClr val="E46962"/>
          </p15:clr>
        </p15:guide>
        <p15:guide id="15" orient="horz" pos="299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907">
          <p15:clr>
            <a:srgbClr val="E46962"/>
          </p15:clr>
        </p15:guide>
        <p15:guide id="18" orient="horz" pos="980">
          <p15:clr>
            <a:srgbClr val="E46962"/>
          </p15:clr>
        </p15:guide>
        <p15:guide id="19" orient="horz" pos="1588">
          <p15:clr>
            <a:srgbClr val="E46962"/>
          </p15:clr>
        </p15:guide>
        <p15:guide id="20" orient="horz" pos="1661">
          <p15:clr>
            <a:srgbClr val="E46962"/>
          </p15:clr>
        </p15:guide>
        <p15:guide id="21" orient="horz" pos="2269">
          <p15:clr>
            <a:srgbClr val="E46962"/>
          </p15:clr>
        </p15:guide>
        <p15:guide id="22" orient="horz" pos="2341">
          <p15:clr>
            <a:srgbClr val="E46962"/>
          </p15:clr>
        </p15:guide>
        <p15:guide id="23" orient="horz" pos="3012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p47"/>
          <p:cNvSpPr txBox="1"/>
          <p:nvPr>
            <p:ph idx="12" type="sldNum"/>
          </p:nvPr>
        </p:nvSpPr>
        <p:spPr>
          <a:xfrm>
            <a:off x="8308150" y="4782125"/>
            <a:ext cx="548700" cy="76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62" name="Google Shape;362;p47"/>
          <p:cNvSpPr txBox="1"/>
          <p:nvPr>
            <p:ph idx="3" type="title"/>
          </p:nvPr>
        </p:nvSpPr>
        <p:spPr>
          <a:xfrm>
            <a:off x="462975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Company N</a:t>
            </a:r>
            <a:r>
              <a:rPr lang="en"/>
              <a:t>ame</a:t>
            </a:r>
            <a:endParaRPr/>
          </a:p>
        </p:txBody>
      </p:sp>
      <p:sp>
        <p:nvSpPr>
          <p:cNvPr id="363" name="Google Shape;363;p47"/>
          <p:cNvSpPr txBox="1"/>
          <p:nvPr>
            <p:ph idx="4" type="title"/>
          </p:nvPr>
        </p:nvSpPr>
        <p:spPr>
          <a:xfrm>
            <a:off x="6086100" y="4778975"/>
            <a:ext cx="1328400" cy="76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Date</a:t>
            </a:r>
            <a:endParaRPr/>
          </a:p>
        </p:txBody>
      </p:sp>
      <p:sp>
        <p:nvSpPr>
          <p:cNvPr id="364" name="Google Shape;364;p47"/>
          <p:cNvSpPr txBox="1"/>
          <p:nvPr/>
        </p:nvSpPr>
        <p:spPr>
          <a:xfrm>
            <a:off x="284850" y="286800"/>
            <a:ext cx="4227300" cy="115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Project phase:</a:t>
            </a:r>
            <a:endParaRPr sz="36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Initiation and scope</a:t>
            </a:r>
            <a:endParaRPr sz="36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65" name="Google Shape;365;p47"/>
          <p:cNvSpPr txBox="1"/>
          <p:nvPr/>
        </p:nvSpPr>
        <p:spPr>
          <a:xfrm>
            <a:off x="1739775" y="2599225"/>
            <a:ext cx="2772300" cy="155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18287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Every project begins somewhere.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Call out first steps and initial deadlines. Think about how this phase lays the groundwork for everything that follows.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Mention who’s involved. Since this is an early stage, it’s possible that not everyone in the team has an assignment. </a:t>
            </a:r>
            <a:endParaRPr sz="10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A modern metro station. " id="366" name="Google Shape;366;p47"/>
          <p:cNvPicPr preferRelativeResize="0"/>
          <p:nvPr/>
        </p:nvPicPr>
        <p:blipFill rotWithShape="1">
          <a:blip r:embed="rId3">
            <a:alphaModFix/>
          </a:blip>
          <a:srcRect b="6269" l="0" r="6358" t="9915"/>
          <a:stretch/>
        </p:blipFill>
        <p:spPr>
          <a:xfrm>
            <a:off x="4629750" y="0"/>
            <a:ext cx="4227300" cy="4679224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7"/>
          <p:cNvSpPr/>
          <p:nvPr/>
        </p:nvSpPr>
        <p:spPr>
          <a:xfrm>
            <a:off x="5055205" y="653667"/>
            <a:ext cx="3376391" cy="3376391"/>
          </a:xfrm>
          <a:custGeom>
            <a:rect b="b" l="l" r="r" t="t"/>
            <a:pathLst>
              <a:path extrusionOk="0" h="32645" w="32645">
                <a:moveTo>
                  <a:pt x="2512" y="0"/>
                </a:moveTo>
                <a:lnTo>
                  <a:pt x="2512" y="5023"/>
                </a:lnTo>
                <a:lnTo>
                  <a:pt x="24107" y="5023"/>
                </a:lnTo>
                <a:lnTo>
                  <a:pt x="1" y="29129"/>
                </a:lnTo>
                <a:lnTo>
                  <a:pt x="3516" y="32644"/>
                </a:lnTo>
                <a:lnTo>
                  <a:pt x="27623" y="8538"/>
                </a:lnTo>
                <a:lnTo>
                  <a:pt x="27623" y="30133"/>
                </a:lnTo>
                <a:lnTo>
                  <a:pt x="32645" y="30133"/>
                </a:lnTo>
                <a:lnTo>
                  <a:pt x="326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descr="Young man looking at directional signs in metro station." id="368" name="Google Shape;368;p47"/>
          <p:cNvPicPr preferRelativeResize="0"/>
          <p:nvPr/>
        </p:nvPicPr>
        <p:blipFill rotWithShape="1">
          <a:blip r:embed="rId4">
            <a:alphaModFix/>
          </a:blip>
          <a:srcRect b="7105" l="0" r="6358" t="33335"/>
          <a:stretch/>
        </p:blipFill>
        <p:spPr>
          <a:xfrm>
            <a:off x="4629750" y="1307325"/>
            <a:ext cx="4227300" cy="3325148"/>
          </a:xfrm>
          <a:prstGeom prst="rect">
            <a:avLst/>
          </a:prstGeom>
          <a:noFill/>
          <a:ln>
            <a:noFill/>
          </a:ln>
        </p:spPr>
      </p:pic>
      <p:sp>
        <p:nvSpPr>
          <p:cNvPr id="369" name="Google Shape;369;p47"/>
          <p:cNvSpPr txBox="1"/>
          <p:nvPr/>
        </p:nvSpPr>
        <p:spPr>
          <a:xfrm>
            <a:off x="850205" y="2599225"/>
            <a:ext cx="731700" cy="34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1"/>
                </a:solidFill>
                <a:latin typeface="Inter"/>
                <a:ea typeface="Inter"/>
                <a:cs typeface="Inter"/>
                <a:sym typeface="Inter"/>
              </a:rPr>
              <a:t>Date</a:t>
            </a:r>
            <a:endParaRPr sz="1000">
              <a:solidFill>
                <a:schemeClr val="accen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370" name="Google Shape;370;p47"/>
          <p:cNvSpPr/>
          <p:nvPr/>
        </p:nvSpPr>
        <p:spPr>
          <a:xfrm>
            <a:off x="284850" y="2599225"/>
            <a:ext cx="345900" cy="345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0</a:t>
            </a:r>
            <a:r>
              <a:rPr lang="en" sz="12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sz="1200">
              <a:solidFill>
                <a:schemeClr val="lt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cxnSp>
        <p:nvCxnSpPr>
          <p:cNvPr id="371" name="Google Shape;371;p47"/>
          <p:cNvCxnSpPr/>
          <p:nvPr/>
        </p:nvCxnSpPr>
        <p:spPr>
          <a:xfrm>
            <a:off x="283850" y="4683725"/>
            <a:ext cx="85731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roject timeline/workflow presentation | Style 2 | Subway">
  <a:themeElements>
    <a:clrScheme name="Simple Light">
      <a:dk1>
        <a:srgbClr val="FAFAFA"/>
      </a:dk1>
      <a:lt1>
        <a:srgbClr val="000000"/>
      </a:lt1>
      <a:dk2>
        <a:srgbClr val="F0EEE2"/>
      </a:dk2>
      <a:lt2>
        <a:srgbClr val="B7B7B7"/>
      </a:lt2>
      <a:accent1>
        <a:srgbClr val="FFDD04"/>
      </a:accent1>
      <a:accent2>
        <a:srgbClr val="FFEE9B"/>
      </a:accent2>
      <a:accent3>
        <a:srgbClr val="2443FF"/>
      </a:accent3>
      <a:accent4>
        <a:srgbClr val="92A1FF"/>
      </a:accent4>
      <a:accent5>
        <a:srgbClr val="F8992B"/>
      </a:accent5>
      <a:accent6>
        <a:srgbClr val="FDCC9C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