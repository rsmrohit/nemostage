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4"/>
    <p:sldMasterId id="214748373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Hanken Grotesk Medium"/>
      <p:regular r:id="rId8"/>
      <p:bold r:id="rId9"/>
      <p:italic r:id="rId10"/>
      <p:boldItalic r:id="rId11"/>
    </p:embeddedFont>
    <p:embeddedFont>
      <p:font typeface="Neuton Light"/>
      <p:regular r:id="rId12"/>
      <p:bold r:id="rId13"/>
      <p:boldItalic r:id="rId14"/>
    </p:embeddedFont>
    <p:embeddedFont>
      <p:font typeface="Hanken Grotesk"/>
      <p:regular r:id="rId15"/>
      <p:bold r:id="rId16"/>
      <p:italic r:id="rId17"/>
      <p:boldItalic r:id="rId18"/>
    </p:embeddedFont>
    <p:embeddedFont>
      <p:font typeface="Hanken Grotesk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Neuton"/>
      <p:regular r:id="rId27"/>
      <p:bold r:id="rId28"/>
      <p:italic r:id="rId29"/>
    </p:embeddedFont>
    <p:embeddedFont>
      <p:font typeface="Hanken Grotesk Ligh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SemiBold-bold.fntdata"/><Relationship Id="rId22" Type="http://schemas.openxmlformats.org/officeDocument/2006/relationships/font" Target="fonts/HankenGroteskSemiBold-boldItalic.fntdata"/><Relationship Id="rId21" Type="http://schemas.openxmlformats.org/officeDocument/2006/relationships/font" Target="fonts/HankenGrotesk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ankenGroteskMedium-bold.fntdata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Neuton-bold.fntdata"/><Relationship Id="rId27" Type="http://schemas.openxmlformats.org/officeDocument/2006/relationships/font" Target="fonts/Neuton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Neuton-italic.fntdata"/><Relationship Id="rId7" Type="http://schemas.openxmlformats.org/officeDocument/2006/relationships/slide" Target="slides/slide1.xml"/><Relationship Id="rId8" Type="http://schemas.openxmlformats.org/officeDocument/2006/relationships/font" Target="fonts/HankenGroteskMedium-regular.fntdata"/><Relationship Id="rId31" Type="http://schemas.openxmlformats.org/officeDocument/2006/relationships/font" Target="fonts/HankenGroteskLight-bold.fntdata"/><Relationship Id="rId30" Type="http://schemas.openxmlformats.org/officeDocument/2006/relationships/font" Target="fonts/HankenGroteskLight-regular.fntdata"/><Relationship Id="rId11" Type="http://schemas.openxmlformats.org/officeDocument/2006/relationships/font" Target="fonts/HankenGroteskMedium-boldItalic.fntdata"/><Relationship Id="rId33" Type="http://schemas.openxmlformats.org/officeDocument/2006/relationships/font" Target="fonts/HankenGroteskLight-boldItalic.fntdata"/><Relationship Id="rId10" Type="http://schemas.openxmlformats.org/officeDocument/2006/relationships/font" Target="fonts/HankenGroteskMedium-italic.fntdata"/><Relationship Id="rId32" Type="http://schemas.openxmlformats.org/officeDocument/2006/relationships/font" Target="fonts/HankenGroteskLight-italic.fntdata"/><Relationship Id="rId13" Type="http://schemas.openxmlformats.org/officeDocument/2006/relationships/font" Target="fonts/NeutonLight-bold.fntdata"/><Relationship Id="rId12" Type="http://schemas.openxmlformats.org/officeDocument/2006/relationships/font" Target="fonts/NeutonLight-regular.fntdata"/><Relationship Id="rId15" Type="http://schemas.openxmlformats.org/officeDocument/2006/relationships/font" Target="fonts/HankenGrotesk-regular.fntdata"/><Relationship Id="rId14" Type="http://schemas.openxmlformats.org/officeDocument/2006/relationships/font" Target="fonts/NeutonLight-boldItalic.fntdata"/><Relationship Id="rId17" Type="http://schemas.openxmlformats.org/officeDocument/2006/relationships/font" Target="fonts/HankenGrotesk-italic.fntdata"/><Relationship Id="rId16" Type="http://schemas.openxmlformats.org/officeDocument/2006/relationships/font" Target="fonts/HankenGrotesk-bold.fntdata"/><Relationship Id="rId19" Type="http://schemas.openxmlformats.org/officeDocument/2006/relationships/font" Target="fonts/HankenGroteskSemiBold-regular.fntdata"/><Relationship Id="rId18" Type="http://schemas.openxmlformats.org/officeDocument/2006/relationships/font" Target="fonts/HankenGrotesk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e29a17b173_0_2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e29a17b173_0_2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363" name="Google Shape;363;p48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48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365" name="Google Shape;365;p48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366" name="Google Shape;366;p48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48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8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1" name="Google Shape;371;p49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2" name="Google Shape;372;p49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3" name="Google Shape;373;p49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4" name="Google Shape;374;p49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5" name="Google Shape;375;p49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6" name="Google Shape;376;p49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7" name="Google Shape;377;p49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8" name="Google Shape;378;p49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79" name="Google Shape;379;p49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80" name="Google Shape;380;p49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1" name="Google Shape;381;p49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2" name="Google Shape;382;p49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3" name="Google Shape;383;p49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4" name="Google Shape;384;p49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5" name="Google Shape;385;p49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6" name="Google Shape;386;p49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7" name="Google Shape;387;p49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8" name="Google Shape;388;p49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9" name="Google Shape;389;p49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90" name="Google Shape;390;p49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0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4" name="Google Shape;394;p5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95" name="Google Shape;395;p50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7" name="Google Shape;397;p50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8" name="Google Shape;398;p50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50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0" name="Google Shape;400;p50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2" name="Google Shape;402;p50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03" name="Google Shape;403;p50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4" name="Google Shape;404;p50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5" name="Google Shape;405;p50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06" name="Google Shape;406;p50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7" name="Google Shape;407;p50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8" name="Google Shape;408;p50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409" name="Google Shape;409;p50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50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1" name="Google Shape;411;p50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14" name="Google Shape;414;p5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5" name="Google Shape;415;p5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6" name="Google Shape;416;p5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7" name="Google Shape;417;p51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8" name="Google Shape;418;p51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51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51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51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2" name="Google Shape;422;p51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3" name="Google Shape;423;p51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4" name="Google Shape;424;p51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5" name="Google Shape;425;p51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6" name="Google Shape;426;p51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7" name="Google Shape;427;p51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8" name="Google Shape;428;p51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29" name="Google Shape;429;p51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30" name="Google Shape;430;p51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1" name="Google Shape;431;p51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1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3" name="Google Shape;433;p51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4" name="Google Shape;434;p51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51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51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52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439" name="Google Shape;439;p52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40" name="Google Shape;440;p52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41" name="Google Shape;441;p52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2" name="Google Shape;442;p52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443" name="Google Shape;443;p52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446" name="Google Shape;446;p53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5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48" name="Google Shape;448;p53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49" name="Google Shape;449;p53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450" name="Google Shape;450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1" name="Google Shape;451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2" name="Google Shape;452;p53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453" name="Google Shape;453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5" name="Google Shape;455;p53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456" name="Google Shape;456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7" name="Google Shape;457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458" name="Google Shape;458;p53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459" name="Google Shape;459;p53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60" name="Google Shape;460;p53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4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3" name="Google Shape;463;p54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54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465" name="Google Shape;465;p54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6" name="Google Shape;466;p54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67" name="Google Shape;467;p54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468" name="Google Shape;468;p54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69" name="Google Shape;469;p54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54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3" name="Google Shape;473;p55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4" name="Google Shape;474;p55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5" name="Google Shape;475;p55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6" name="Google Shape;476;p55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7" name="Google Shape;477;p55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78" name="Google Shape;478;p55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79" name="Google Shape;479;p55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0" name="Google Shape;480;p5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81" name="Google Shape;481;p55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2" name="Google Shape;482;p55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3" name="Google Shape;483;p55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55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87" name="Google Shape;487;p5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88" name="Google Shape;488;p56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89" name="Google Shape;489;p56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490" name="Google Shape;490;p56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1" name="Google Shape;491;p56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2" name="Google Shape;492;p56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5" name="Google Shape;495;p57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6" name="Google Shape;496;p57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57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8" name="Google Shape;498;p57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9" name="Google Shape;499;p57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00" name="Google Shape;500;p57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1" name="Google Shape;501;p57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2" name="Google Shape;502;p57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3" name="Google Shape;503;p57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4" name="Google Shape;504;p57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5" name="Google Shape;505;p57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6" name="Google Shape;506;p57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7" name="Google Shape;507;p57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08" name="Google Shape;508;p5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09" name="Google Shape;509;p57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57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57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57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13" name="Google Shape;513;p57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4" name="Google Shape;514;p57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5" name="Google Shape;515;p57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6" name="Google Shape;516;p57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7" name="Google Shape;517;p57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8" name="Google Shape;518;p57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8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1" name="Google Shape;521;p58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2" name="Google Shape;522;p58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3" name="Google Shape;523;p58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4" name="Google Shape;524;p58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25" name="Google Shape;525;p58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6" name="Google Shape;526;p58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7" name="Google Shape;527;p58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8" name="Google Shape;528;p58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9" name="Google Shape;529;p58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0" name="Google Shape;530;p58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1" name="Google Shape;531;p58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2" name="Google Shape;532;p58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3" name="Google Shape;533;p58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4" name="Google Shape;534;p58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5" name="Google Shape;535;p58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6" name="Google Shape;536;p58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7" name="Google Shape;537;p58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8" name="Google Shape;538;p58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9" name="Google Shape;539;p58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0" name="Google Shape;540;p5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41" name="Google Shape;541;p58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2" name="Google Shape;542;p58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3" name="Google Shape;543;p58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4" name="Google Shape;544;p58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5" name="Google Shape;545;p58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546" name="Google Shape;546;p58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7" name="Google Shape;547;p58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58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9" name="Google Shape;549;p58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58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1" name="Google Shape;551;p58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2" name="Google Shape;552;p58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58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4" name="Google Shape;554;p58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5" name="Google Shape;555;p58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58" name="Google Shape;558;p59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9" name="Google Shape;559;p59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0" name="Google Shape;560;p59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1" name="Google Shape;561;p59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2" name="Google Shape;562;p59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4" name="Google Shape;564;p59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59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59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59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68" name="Google Shape;568;p59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69" name="Google Shape;569;p59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0" name="Google Shape;570;p59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1" name="Google Shape;571;p59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72" name="Google Shape;572;p59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59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4" name="Google Shape;574;p59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5" name="Google Shape;575;p59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6" name="Google Shape;576;p59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7" name="Google Shape;577;p59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8" name="Google Shape;578;p59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9" name="Google Shape;579;p59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0" name="Google Shape;580;p59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1" name="Google Shape;581;p59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2" name="Google Shape;582;p59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3" name="Google Shape;583;p59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4" name="Google Shape;584;p59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5" name="Google Shape;585;p59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6" name="Google Shape;586;p59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7" name="Google Shape;587;p59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8" name="Google Shape;588;p59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9" name="Google Shape;589;p59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0" name="Google Shape;590;p59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1" name="Google Shape;591;p59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4" name="Google Shape;594;p60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5" name="Google Shape;595;p60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6" name="Google Shape;596;p60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7" name="Google Shape;597;p60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98" name="Google Shape;598;p60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9" name="Google Shape;599;p60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0" name="Google Shape;600;p60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1" name="Google Shape;601;p60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2" name="Google Shape;602;p60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3" name="Google Shape;603;p60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4" name="Google Shape;604;p60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5" name="Google Shape;605;p60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6" name="Google Shape;606;p60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7" name="Google Shape;607;p60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8" name="Google Shape;608;p60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09" name="Google Shape;609;p60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0" name="Google Shape;610;p60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1" name="Google Shape;611;p60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2" name="Google Shape;612;p60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3" name="Google Shape;613;p60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4" name="Google Shape;614;p60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5" name="Google Shape;615;p60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60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7" name="Google Shape;617;p60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60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60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0" name="Google Shape;620;p60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1" name="Google Shape;621;p60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2" name="Google Shape;622;p60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3" name="Google Shape;623;p60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624" name="Google Shape;624;p60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5" name="Google Shape;625;p60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60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7" name="Google Shape;627;p60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6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1" name="Google Shape;631;p61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2" name="Google Shape;632;p61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3" name="Google Shape;633;p61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34" name="Google Shape;634;p61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635" name="Google Shape;635;p61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6" name="Google Shape;636;p61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7" name="Google Shape;637;p61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8" name="Google Shape;638;p61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9" name="Google Shape;639;p61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0" name="Google Shape;640;p61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1" name="Google Shape;641;p61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2" name="Google Shape;642;p61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3" name="Google Shape;643;p61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4" name="Google Shape;644;p61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45" name="Google Shape;645;p61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61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61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8" name="Google Shape;648;p61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49" name="Google Shape;649;p61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0" name="Google Shape;650;p61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1" name="Google Shape;651;p61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2" name="Google Shape;652;p61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3" name="Google Shape;653;p61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4" name="Google Shape;654;p61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5" name="Google Shape;655;p61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656" name="Google Shape;656;p61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7" name="Google Shape;657;p61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8" name="Google Shape;658;p61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59" name="Google Shape;659;p61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0" name="Google Shape;660;p61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1" name="Google Shape;661;p61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2" name="Google Shape;662;p61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3" name="Google Shape;663;p61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4" name="Google Shape;664;p61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5" name="Google Shape;665;p61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66" name="Google Shape;666;p61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62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69" name="Google Shape;669;p62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0" name="Google Shape;670;p62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1" name="Google Shape;671;p62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2" name="Google Shape;672;p62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3" name="Google Shape;673;p62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4" name="Google Shape;674;p62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5" name="Google Shape;675;p62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6" name="Google Shape;676;p62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7" name="Google Shape;677;p62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78" name="Google Shape;678;p62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9" name="Google Shape;679;p62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0" name="Google Shape;680;p62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1" name="Google Shape;681;p62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2" name="Google Shape;682;p62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3" name="Google Shape;683;p62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4" name="Google Shape;684;p62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5" name="Google Shape;685;p62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6" name="Google Shape;686;p62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62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8" name="Google Shape;688;p62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89" name="Google Shape;689;p62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0" name="Google Shape;690;p62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1" name="Google Shape;691;p62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2" name="Google Shape;692;p62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693" name="Google Shape;693;p62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4" name="Google Shape;694;p62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5" name="Google Shape;695;p62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6" name="Google Shape;696;p62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7" name="Google Shape;697;p62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8" name="Google Shape;698;p62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1" name="Google Shape;701;p63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702" name="Google Shape;702;p63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3" name="Google Shape;703;p63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4" name="Google Shape;704;p63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5" name="Google Shape;705;p63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6" name="Google Shape;706;p63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7" name="Google Shape;707;p63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8" name="Google Shape;708;p63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09" name="Google Shape;709;p63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0" name="Google Shape;710;p63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1" name="Google Shape;711;p63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712" name="Google Shape;712;p63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63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p63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5" name="Google Shape;715;p63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6" name="Google Shape;716;p63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7" name="Google Shape;717;p63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8" name="Google Shape;718;p63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19" name="Google Shape;719;p63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0" name="Google Shape;720;p63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1" name="Google Shape;721;p63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2" name="Google Shape;722;p63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723" name="Google Shape;723;p63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64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6" name="Google Shape;726;p64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7" name="Google Shape;727;p64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8" name="Google Shape;728;p64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29" name="Google Shape;729;p64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0" name="Google Shape;730;p64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1" name="Google Shape;731;p64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2" name="Google Shape;732;p64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3" name="Google Shape;733;p64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34" name="Google Shape;734;p64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35" name="Google Shape;735;p64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6" name="Google Shape;736;p64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7" name="Google Shape;737;p64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8" name="Google Shape;738;p64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39" name="Google Shape;739;p64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0" name="Google Shape;740;p64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1" name="Google Shape;741;p64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742" name="Google Shape;742;p64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45" name="Google Shape;745;p65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46" name="Google Shape;746;p65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7" name="Google Shape;747;p65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48" name="Google Shape;748;p65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9" name="Google Shape;749;p65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50" name="Google Shape;750;p65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65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52" name="Google Shape;752;p65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3" name="Google Shape;753;p65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57" name="Google Shape;757;p66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758" name="Google Shape;758;p66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9" name="Google Shape;759;p66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0" name="Google Shape;760;p66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1" name="Google Shape;761;p66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2" name="Google Shape;762;p66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3" name="Google Shape;763;p66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4" name="Google Shape;764;p66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5" name="Google Shape;765;p66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6" name="Google Shape;766;p66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7" name="Google Shape;767;p66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8" name="Google Shape;768;p66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69" name="Google Shape;769;p66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70" name="Google Shape;770;p66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1" name="Google Shape;771;p66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2" name="Google Shape;772;p66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3" name="Google Shape;773;p66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4" name="Google Shape;774;p66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75" name="Google Shape;775;p66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79" name="Google Shape;779;p67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0" name="Google Shape;780;p67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781" name="Google Shape;781;p67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82" name="Google Shape;782;p67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3" name="Google Shape;783;p67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67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6" name="Google Shape;786;p67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67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88" name="Google Shape;788;p67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89" name="Google Shape;789;p67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0" name="Google Shape;790;p67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1" name="Google Shape;791;p67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792" name="Google Shape;792;p67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67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4" name="Google Shape;794;p67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5" name="Google Shape;795;p67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6" name="Google Shape;796;p67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97" name="Google Shape;797;p67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0" name="Google Shape;800;p6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1" name="Google Shape;801;p6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02" name="Google Shape;802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3" name="Google Shape;803;p6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804" name="Google Shape;804;p68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805" name="Google Shape;805;p68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06" name="Google Shape;806;p68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07" name="Google Shape;807;p6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808" name="Google Shape;808;p6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09" name="Google Shape;809;p68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0" name="Google Shape;810;p68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1" name="Google Shape;811;p68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2" name="Google Shape;812;p68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3" name="Google Shape;813;p68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4" name="Google Shape;814;p68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68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6" name="Google Shape;816;p68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7" name="Google Shape;817;p68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8" name="Google Shape;818;p68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19" name="Google Shape;819;p68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820" name="Google Shape;820;p68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9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3" name="Google Shape;823;p69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24" name="Google Shape;824;p69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25" name="Google Shape;825;p69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69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29" name="Google Shape;829;p7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831" name="Google Shape;831;p70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2" name="Google Shape;832;p70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1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5" name="Google Shape;835;p71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6" name="Google Shape;836;p71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7" name="Google Shape;837;p71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8" name="Google Shape;838;p71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39" name="Google Shape;839;p71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0" name="Google Shape;840;p71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1" name="Google Shape;841;p71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2" name="Google Shape;842;p71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3" name="Google Shape;843;p71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44" name="Google Shape;844;p71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5" name="Google Shape;845;p71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6" name="Google Shape;846;p71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7" name="Google Shape;847;p71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8" name="Google Shape;848;p71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849" name="Google Shape;849;p7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50" name="Google Shape;850;p71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1" name="Google Shape;851;p71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2" name="Google Shape;852;p71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3" name="Google Shape;853;p71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4" name="Google Shape;854;p71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5" name="Google Shape;855;p71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6" name="Google Shape;856;p71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7" name="Google Shape;857;p71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8" name="Google Shape;858;p71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9" name="Google Shape;859;p71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0" name="Google Shape;860;p71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1" name="Google Shape;861;p71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2" name="Google Shape;862;p71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3" name="Google Shape;863;p71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4" name="Google Shape;864;p71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67" name="Google Shape;867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72" name="Google Shape;87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75" name="Google Shape;875;p7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6" name="Google Shape;876;p7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1" name="Google Shape;881;p7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6" name="Google Shape;886;p7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7" name="Google Shape;887;p7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8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2" name="Google Shape;892;p8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896" name="Google Shape;896;p8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8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8" name="Google Shape;898;p8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9" name="Google Shape;899;p8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0" name="Google Shape;900;p8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1" name="Google Shape;901;p8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04" name="Google Shape;904;p8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5" name="Google Shape;905;p8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8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08" name="Google Shape;908;p8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09" name="Google Shape;909;p8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0" name="Google Shape;910;p8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1" name="Google Shape;911;p8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8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4" name="Google Shape;914;p8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15" name="Google Shape;915;p8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6" name="Google Shape;916;p8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7" name="Google Shape;917;p8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8" name="Google Shape;918;p8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19" name="Google Shape;919;p8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8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2" name="Google Shape;922;p8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3" name="Google Shape;923;p8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4" name="Google Shape;924;p8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5" name="Google Shape;925;p8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6" name="Google Shape;926;p8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7" name="Google Shape;927;p8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8" name="Google Shape;928;p8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29" name="Google Shape;929;p8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32" name="Google Shape;932;p8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5" name="Google Shape;935;p8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8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8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8" name="Google Shape;938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39" name="Google Shape;939;p8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9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3" name="Google Shape;943;p9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4" name="Google Shape;944;p9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5" name="Google Shape;945;p9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6" name="Google Shape;946;p9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9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8" name="Google Shape;94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49" name="Google Shape;949;p9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0" name="Google Shape;950;p9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51" name="Google Shape;951;p9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9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6" name="Google Shape;956;p9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7" name="Google Shape;957;p9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8" name="Google Shape;958;p9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59" name="Google Shape;959;p9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0" name="Google Shape;960;p9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1" name="Google Shape;961;p9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962" name="Google Shape;962;p9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3" name="Google Shape;963;p9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64" name="Google Shape;964;p9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69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68.xml"/><Relationship Id="rId45" Type="http://schemas.openxmlformats.org/officeDocument/2006/relationships/slideLayout" Target="../slideLayouts/slideLayout90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93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0" name="Google Shape;970;p93"/>
          <p:cNvSpPr/>
          <p:nvPr/>
        </p:nvSpPr>
        <p:spPr>
          <a:xfrm>
            <a:off x="33254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1" name="Google Shape;971;p93"/>
          <p:cNvSpPr/>
          <p:nvPr/>
        </p:nvSpPr>
        <p:spPr>
          <a:xfrm>
            <a:off x="642165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972" name="Google Shape;972;p93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73" name="Google Shape;973;p93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74" name="Google Shape;974;p93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Needs and motivations</a:t>
            </a:r>
            <a:endParaRPr/>
          </a:p>
        </p:txBody>
      </p:sp>
      <p:sp>
        <p:nvSpPr>
          <p:cNvPr id="975" name="Google Shape;975;p93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Pain points</a:t>
            </a:r>
            <a:endParaRPr/>
          </a:p>
        </p:txBody>
      </p:sp>
      <p:sp>
        <p:nvSpPr>
          <p:cNvPr id="976" name="Google Shape;976;p93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77" name="Google Shape;977;p93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Pain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78" name="Google Shape;978;p93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79" name="Google Shape;979;p93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80" name="Google Shape;980;p93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Opportunities</a:t>
            </a:r>
            <a:endParaRPr/>
          </a:p>
        </p:txBody>
      </p:sp>
      <p:sp>
        <p:nvSpPr>
          <p:cNvPr id="981" name="Google Shape;981;p93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982" name="Google Shape;982;p93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3" name="Google Shape;983;p93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Persona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984" name="Google Shape;984;p93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0" wrap="square" tIns="91425">
            <a:noAutofit/>
          </a:bodyPr>
          <a:lstStyle/>
          <a:p>
            <a:pPr indent="0" lvl="0" marL="0" marR="720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85" name="Google Shape;985;p93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91425" lIns="64800" spcFirstLastPara="1" rIns="6480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86" name="Google Shape;986;p9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000"/>
              <a:buNone/>
            </a:pPr>
            <a:r>
              <a:rPr lang="en"/>
              <a:t>PERSONAS</a:t>
            </a:r>
            <a:endParaRPr/>
          </a:p>
        </p:txBody>
      </p:sp>
      <p:sp>
        <p:nvSpPr>
          <p:cNvPr id="987" name="Google Shape;987;p93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88" name="Google Shape;988;p93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89" name="Google Shape;989;p93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90" name="Google Shape;990;p93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does your persona want or need to achieve?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are their goals?</a:t>
            </a:r>
            <a:endParaRPr/>
          </a:p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– What motivates them to pursue these goals?</a:t>
            </a:r>
            <a:endParaRPr/>
          </a:p>
        </p:txBody>
      </p:sp>
      <p:sp>
        <p:nvSpPr>
          <p:cNvPr id="991" name="Google Shape;991;p93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992" name="Google Shape;992;p93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Describe an obstacle your persona struggles with. Think about what interferes with their needs, goals.</a:t>
            </a:r>
            <a:endParaRPr/>
          </a:p>
        </p:txBody>
      </p:sp>
      <p:sp>
        <p:nvSpPr>
          <p:cNvPr id="993" name="Google Shape;993;p93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Describe an obstacle your persona struggles with. Think about what interferes with their needs, goals.</a:t>
            </a:r>
            <a:endParaRPr/>
          </a:p>
        </p:txBody>
      </p:sp>
      <p:sp>
        <p:nvSpPr>
          <p:cNvPr id="994" name="Google Shape;994;p93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995" name="Google Shape;995;p93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sp>
        <p:nvSpPr>
          <p:cNvPr id="996" name="Google Shape;996;p93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This is where your offering comes in. Think about how you can help this persona with their daily struggles and blockers.</a:t>
            </a:r>
            <a:endParaRPr/>
          </a:p>
        </p:txBody>
      </p:sp>
      <p:cxnSp>
        <p:nvCxnSpPr>
          <p:cNvPr id="997" name="Google Shape;997;p93"/>
          <p:cNvCxnSpPr/>
          <p:nvPr/>
        </p:nvCxnSpPr>
        <p:spPr>
          <a:xfrm rot="10800000">
            <a:off x="-5150" y="24824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93"/>
          <p:cNvCxnSpPr/>
          <p:nvPr/>
        </p:nvCxnSpPr>
        <p:spPr>
          <a:xfrm rot="10800000">
            <a:off x="-6002" y="10481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93"/>
          <p:cNvCxnSpPr/>
          <p:nvPr/>
        </p:nvCxnSpPr>
        <p:spPr>
          <a:xfrm rot="10800000">
            <a:off x="-5150" y="3762850"/>
            <a:ext cx="915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