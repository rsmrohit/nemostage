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right, modern metro train. " id="361" name="Google Shape;361;p47"/>
          <p:cNvPicPr preferRelativeResize="0"/>
          <p:nvPr/>
        </p:nvPicPr>
        <p:blipFill rotWithShape="1">
          <a:blip r:embed="rId3">
            <a:alphaModFix/>
          </a:blip>
          <a:srcRect b="0" l="39146" r="686" t="0"/>
          <a:stretch/>
        </p:blipFill>
        <p:spPr>
          <a:xfrm>
            <a:off x="283850" y="1050"/>
            <a:ext cx="4227302" cy="468267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7"/>
          <p:cNvSpPr/>
          <p:nvPr/>
        </p:nvSpPr>
        <p:spPr>
          <a:xfrm>
            <a:off x="709655" y="653667"/>
            <a:ext cx="3376391" cy="3376391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4782150" y="286800"/>
            <a:ext cx="40749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 phase:</a:t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Phase name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6084675" y="2599225"/>
            <a:ext cx="27723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With the project out the door, it’s now time to check where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you’re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headed.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How will you collect data and measure success? If the project is ongoing, who’ll keep it up and running? How long will the project continue?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these questions to guide your thinking on this slide.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47"/>
          <p:cNvSpPr/>
          <p:nvPr/>
        </p:nvSpPr>
        <p:spPr>
          <a:xfrm>
            <a:off x="4782150" y="2599225"/>
            <a:ext cx="345900" cy="34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##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Businessman with smartphone in a metro train. " id="366" name="Google Shape;366;p47"/>
          <p:cNvPicPr preferRelativeResize="0"/>
          <p:nvPr/>
        </p:nvPicPr>
        <p:blipFill rotWithShape="1">
          <a:blip r:embed="rId4">
            <a:alphaModFix/>
          </a:blip>
          <a:srcRect b="0" l="39145" r="19409" t="10120"/>
          <a:stretch/>
        </p:blipFill>
        <p:spPr>
          <a:xfrm>
            <a:off x="283850" y="474875"/>
            <a:ext cx="2911898" cy="420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7"/>
          <p:cNvSpPr txBox="1"/>
          <p:nvPr/>
        </p:nvSpPr>
        <p:spPr>
          <a:xfrm>
            <a:off x="4782155" y="3072225"/>
            <a:ext cx="7317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7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71" name="Google Shape;371;p47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