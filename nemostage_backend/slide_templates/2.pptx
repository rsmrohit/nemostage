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/>
          <p:nvPr/>
        </p:nvSpPr>
        <p:spPr>
          <a:xfrm>
            <a:off x="283884" y="167406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2" name="Google Shape;362;p47"/>
          <p:cNvCxnSpPr/>
          <p:nvPr/>
        </p:nvCxnSpPr>
        <p:spPr>
          <a:xfrm>
            <a:off x="283850" y="2337356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7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47"/>
          <p:cNvCxnSpPr/>
          <p:nvPr/>
        </p:nvCxnSpPr>
        <p:spPr>
          <a:xfrm>
            <a:off x="283850" y="390089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7"/>
          <p:cNvCxnSpPr/>
          <p:nvPr/>
        </p:nvCxnSpPr>
        <p:spPr>
          <a:xfrm>
            <a:off x="283850" y="3119127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7"/>
          <p:cNvSpPr/>
          <p:nvPr/>
        </p:nvSpPr>
        <p:spPr>
          <a:xfrm>
            <a:off x="283884" y="24558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47"/>
          <p:cNvSpPr/>
          <p:nvPr/>
        </p:nvSpPr>
        <p:spPr>
          <a:xfrm>
            <a:off x="283884" y="323761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47"/>
          <p:cNvSpPr/>
          <p:nvPr/>
        </p:nvSpPr>
        <p:spPr>
          <a:xfrm>
            <a:off x="283884" y="401937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47"/>
          <p:cNvSpPr txBox="1"/>
          <p:nvPr>
            <p:ph type="title"/>
          </p:nvPr>
        </p:nvSpPr>
        <p:spPr>
          <a:xfrm>
            <a:off x="283850" y="285900"/>
            <a:ext cx="42276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70" name="Google Shape;370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72" name="Google Shape;372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73" name="Google Shape;373;p47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374" name="Google Shape;374;p47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375" name="Google Shape;375;p47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376" name="Google Shape;376;p47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377" name="Google Shape;377;p47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378" name="Google Shape;378;p47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379" name="Google Shape;379;p47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380" name="Google Shape;380;p47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cxnSp>
        <p:nvCxnSpPr>
          <p:cNvPr id="381" name="Google Shape;381;p47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