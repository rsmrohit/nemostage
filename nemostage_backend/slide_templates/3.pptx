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47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47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6" name="Google Shape;36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7" name="Google Shape;367;p47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Write a summary of the project. You can also explain what's in this presentation to let your audience know what to </a:t>
            </a:r>
            <a:r>
              <a:rPr lang="en">
                <a:solidFill>
                  <a:schemeClr val="dk1"/>
                </a:solidFill>
              </a:rPr>
              <a:t>expect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8" name="Google Shape;368;p47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9" name="Google Shape;369;p47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47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7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