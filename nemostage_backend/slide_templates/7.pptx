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Relationship Id="rId10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29a17b173_0_1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29a17b173_0_1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47"/>
          <p:cNvGrpSpPr/>
          <p:nvPr/>
        </p:nvGrpSpPr>
        <p:grpSpPr>
          <a:xfrm>
            <a:off x="281982" y="2073250"/>
            <a:ext cx="8574858" cy="2142175"/>
            <a:chOff x="281982" y="2073250"/>
            <a:chExt cx="8574858" cy="2142175"/>
          </a:xfrm>
        </p:grpSpPr>
        <p:cxnSp>
          <p:nvCxnSpPr>
            <p:cNvPr id="362" name="Google Shape;362;p47"/>
            <p:cNvCxnSpPr/>
            <p:nvPr/>
          </p:nvCxnSpPr>
          <p:spPr>
            <a:xfrm>
              <a:off x="283839" y="2634200"/>
              <a:ext cx="856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3" name="Google Shape;363;p47"/>
            <p:cNvSpPr/>
            <p:nvPr/>
          </p:nvSpPr>
          <p:spPr>
            <a:xfrm>
              <a:off x="2457745" y="2598250"/>
              <a:ext cx="72000" cy="7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4" name="Google Shape;364;p47"/>
            <p:cNvSpPr/>
            <p:nvPr/>
          </p:nvSpPr>
          <p:spPr>
            <a:xfrm>
              <a:off x="281982" y="2598250"/>
              <a:ext cx="72000" cy="7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5" name="Google Shape;365;p47"/>
            <p:cNvSpPr txBox="1"/>
            <p:nvPr/>
          </p:nvSpPr>
          <p:spPr>
            <a:xfrm>
              <a:off x="284700" y="2891825"/>
              <a:ext cx="20547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Project phase description</a:t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Summarize what happens during this phase, the teams involved, and how this phase leads to the next one.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6" name="Google Shape;366;p47"/>
            <p:cNvSpPr/>
            <p:nvPr/>
          </p:nvSpPr>
          <p:spPr>
            <a:xfrm>
              <a:off x="4629757" y="2598250"/>
              <a:ext cx="72000" cy="7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7" name="Google Shape;367;p47"/>
            <p:cNvSpPr/>
            <p:nvPr/>
          </p:nvSpPr>
          <p:spPr>
            <a:xfrm>
              <a:off x="6801750" y="2598250"/>
              <a:ext cx="72000" cy="7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8" name="Google Shape;368;p47"/>
            <p:cNvSpPr txBox="1"/>
            <p:nvPr/>
          </p:nvSpPr>
          <p:spPr>
            <a:xfrm>
              <a:off x="284700" y="2073250"/>
              <a:ext cx="1550100" cy="3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Inter"/>
                  <a:ea typeface="Inter"/>
                  <a:cs typeface="Inter"/>
                  <a:sym typeface="Inter"/>
                </a:rPr>
                <a:t>Date</a:t>
              </a:r>
              <a:endParaRPr sz="18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69" name="Google Shape;369;p47"/>
            <p:cNvGrpSpPr/>
            <p:nvPr/>
          </p:nvGrpSpPr>
          <p:grpSpPr>
            <a:xfrm>
              <a:off x="8745240" y="2525627"/>
              <a:ext cx="111600" cy="217197"/>
              <a:chOff x="8675707" y="2525627"/>
              <a:chExt cx="111600" cy="217197"/>
            </a:xfrm>
          </p:grpSpPr>
          <p:cxnSp>
            <p:nvCxnSpPr>
              <p:cNvPr id="370" name="Google Shape;370;p47"/>
              <p:cNvCxnSpPr/>
              <p:nvPr/>
            </p:nvCxnSpPr>
            <p:spPr>
              <a:xfrm rot="10800000">
                <a:off x="8675707" y="2525627"/>
                <a:ext cx="111600" cy="1116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" name="Google Shape;371;p47"/>
              <p:cNvCxnSpPr/>
              <p:nvPr/>
            </p:nvCxnSpPr>
            <p:spPr>
              <a:xfrm flipH="1">
                <a:off x="8675707" y="2631223"/>
                <a:ext cx="111600" cy="1116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72" name="Google Shape;372;p47"/>
            <p:cNvSpPr txBox="1"/>
            <p:nvPr/>
          </p:nvSpPr>
          <p:spPr>
            <a:xfrm>
              <a:off x="2456700" y="2891825"/>
              <a:ext cx="2054700" cy="13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Project phase description</a:t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Summarize what happens during this phase, the teams involved, and how this phase leads to the next one.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3" name="Google Shape;373;p47"/>
            <p:cNvSpPr txBox="1"/>
            <p:nvPr/>
          </p:nvSpPr>
          <p:spPr>
            <a:xfrm>
              <a:off x="4629750" y="2891825"/>
              <a:ext cx="2054700" cy="13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Project phase description</a:t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Summarize what happens during this phase, the teams involved, and how this phase leads to the next one.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4" name="Google Shape;374;p47"/>
            <p:cNvSpPr txBox="1"/>
            <p:nvPr/>
          </p:nvSpPr>
          <p:spPr>
            <a:xfrm>
              <a:off x="6801750" y="2891825"/>
              <a:ext cx="2054700" cy="13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Project phase description</a:t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Continue the timeline until you reach the final phase. Duplicate this slide if you need to add phases. 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5" name="Google Shape;375;p47"/>
            <p:cNvSpPr txBox="1"/>
            <p:nvPr/>
          </p:nvSpPr>
          <p:spPr>
            <a:xfrm>
              <a:off x="2456700" y="2073250"/>
              <a:ext cx="1576500" cy="3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Inter"/>
                  <a:ea typeface="Inter"/>
                  <a:cs typeface="Inter"/>
                  <a:sym typeface="Inter"/>
                </a:rPr>
                <a:t>Date</a:t>
              </a:r>
              <a:endParaRPr sz="18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6" name="Google Shape;376;p47"/>
            <p:cNvSpPr txBox="1"/>
            <p:nvPr/>
          </p:nvSpPr>
          <p:spPr>
            <a:xfrm>
              <a:off x="4629750" y="2073250"/>
              <a:ext cx="1602300" cy="3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Inter"/>
                  <a:ea typeface="Inter"/>
                  <a:cs typeface="Inter"/>
                  <a:sym typeface="Inter"/>
                </a:rPr>
                <a:t>Date</a:t>
              </a:r>
              <a:endParaRPr sz="18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7" name="Google Shape;377;p47"/>
            <p:cNvSpPr txBox="1"/>
            <p:nvPr/>
          </p:nvSpPr>
          <p:spPr>
            <a:xfrm>
              <a:off x="6803475" y="2073250"/>
              <a:ext cx="1626900" cy="3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Inter"/>
                  <a:ea typeface="Inter"/>
                  <a:cs typeface="Inter"/>
                  <a:sym typeface="Inter"/>
                </a:rPr>
                <a:t>Date</a:t>
              </a:r>
              <a:endParaRPr sz="18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78" name="Google Shape;378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9" name="Google Shape;379;p47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380" name="Google Shape;380;p4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81" name="Google Shape;381;p4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