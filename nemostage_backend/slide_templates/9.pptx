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21780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Young woman in empty subway platform, leaning out to see." id="363" name="Google Shape;363;p47"/>
          <p:cNvPicPr preferRelativeResize="0"/>
          <p:nvPr/>
        </p:nvPicPr>
        <p:blipFill rotWithShape="1">
          <a:blip r:embed="rId3">
            <a:alphaModFix/>
          </a:blip>
          <a:srcRect b="43024" l="6228" r="17255" t="12965"/>
          <a:stretch/>
        </p:blipFill>
        <p:spPr>
          <a:xfrm>
            <a:off x="283850" y="2172662"/>
            <a:ext cx="2901850" cy="25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7"/>
          <p:cNvSpPr txBox="1"/>
          <p:nvPr/>
        </p:nvSpPr>
        <p:spPr>
          <a:xfrm>
            <a:off x="6084613" y="2483875"/>
            <a:ext cx="27723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Now the project is fully underway.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Mention any important deliverables and deadlines. Think about what this phase should achieve.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 the teams involved. By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point, most of the team should be on board and ready to contribute.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47"/>
          <p:cNvSpPr/>
          <p:nvPr/>
        </p:nvSpPr>
        <p:spPr>
          <a:xfrm>
            <a:off x="4629688" y="2483875"/>
            <a:ext cx="345900" cy="34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##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5195105" y="2483875"/>
            <a:ext cx="7317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0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Subway train coming into the station. " id="367" name="Google Shape;367;p47"/>
          <p:cNvPicPr preferRelativeResize="0"/>
          <p:nvPr/>
        </p:nvPicPr>
        <p:blipFill rotWithShape="1">
          <a:blip r:embed="rId4">
            <a:alphaModFix/>
          </a:blip>
          <a:srcRect b="0" l="65370" r="0" t="0"/>
          <a:stretch/>
        </p:blipFill>
        <p:spPr>
          <a:xfrm flipH="1">
            <a:off x="3182750" y="2172662"/>
            <a:ext cx="1328399" cy="25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47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70" name="Google Shape;370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71" name="Google Shape;371;p47"/>
          <p:cNvSpPr txBox="1"/>
          <p:nvPr>
            <p:ph idx="4" type="title"/>
          </p:nvPr>
        </p:nvSpPr>
        <p:spPr>
          <a:xfrm>
            <a:off x="283850" y="2859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phase: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Phase of a project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