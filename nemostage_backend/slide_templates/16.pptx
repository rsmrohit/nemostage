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Inter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Relationship Id="rId10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29a17b173_0_2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e29a17b173_0_2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point bold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