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2" name="Google Shape;362;p47"/>
          <p:cNvGrpSpPr/>
          <p:nvPr/>
        </p:nvGrpSpPr>
        <p:grpSpPr>
          <a:xfrm>
            <a:off x="284850" y="1555125"/>
            <a:ext cx="8572050" cy="3128600"/>
            <a:chOff x="284850" y="1555125"/>
            <a:chExt cx="8572050" cy="3128600"/>
          </a:xfrm>
        </p:grpSpPr>
        <p:sp>
          <p:nvSpPr>
            <p:cNvPr id="363" name="Google Shape;363;p47"/>
            <p:cNvSpPr txBox="1"/>
            <p:nvPr/>
          </p:nvSpPr>
          <p:spPr>
            <a:xfrm>
              <a:off x="284850" y="2002750"/>
              <a:ext cx="34944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4" name="Google Shape;364;p47"/>
            <p:cNvSpPr txBox="1"/>
            <p:nvPr/>
          </p:nvSpPr>
          <p:spPr>
            <a:xfrm>
              <a:off x="284850" y="1555575"/>
              <a:ext cx="34944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Deliverable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5" name="Google Shape;365;p47"/>
            <p:cNvSpPr txBox="1"/>
            <p:nvPr/>
          </p:nvSpPr>
          <p:spPr>
            <a:xfrm>
              <a:off x="4629750" y="1555575"/>
              <a:ext cx="13269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Due date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6" name="Google Shape;366;p47"/>
            <p:cNvSpPr txBox="1"/>
            <p:nvPr/>
          </p:nvSpPr>
          <p:spPr>
            <a:xfrm>
              <a:off x="6086100" y="1555575"/>
              <a:ext cx="2770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responsible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47"/>
            <p:cNvSpPr txBox="1"/>
            <p:nvPr/>
          </p:nvSpPr>
          <p:spPr>
            <a:xfrm>
              <a:off x="284850" y="2673326"/>
              <a:ext cx="34944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8" name="Google Shape;368;p47"/>
            <p:cNvSpPr txBox="1"/>
            <p:nvPr/>
          </p:nvSpPr>
          <p:spPr>
            <a:xfrm>
              <a:off x="284850" y="3343475"/>
              <a:ext cx="34944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9" name="Google Shape;369;p47"/>
            <p:cNvSpPr txBox="1"/>
            <p:nvPr/>
          </p:nvSpPr>
          <p:spPr>
            <a:xfrm>
              <a:off x="284850" y="4013600"/>
              <a:ext cx="3494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0" name="Google Shape;370;p47"/>
            <p:cNvSpPr txBox="1"/>
            <p:nvPr/>
          </p:nvSpPr>
          <p:spPr>
            <a:xfrm>
              <a:off x="4629750" y="2002750"/>
              <a:ext cx="13269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1" name="Google Shape;371;p47"/>
            <p:cNvSpPr txBox="1"/>
            <p:nvPr/>
          </p:nvSpPr>
          <p:spPr>
            <a:xfrm>
              <a:off x="4629750" y="2673251"/>
              <a:ext cx="13269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2" name="Google Shape;372;p47"/>
            <p:cNvSpPr txBox="1"/>
            <p:nvPr/>
          </p:nvSpPr>
          <p:spPr>
            <a:xfrm>
              <a:off x="4629750" y="3343393"/>
              <a:ext cx="1326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47"/>
            <p:cNvSpPr txBox="1"/>
            <p:nvPr/>
          </p:nvSpPr>
          <p:spPr>
            <a:xfrm>
              <a:off x="4629750" y="4013625"/>
              <a:ext cx="1326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47"/>
            <p:cNvSpPr txBox="1"/>
            <p:nvPr/>
          </p:nvSpPr>
          <p:spPr>
            <a:xfrm>
              <a:off x="6086100" y="2002750"/>
              <a:ext cx="27708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47"/>
            <p:cNvSpPr txBox="1"/>
            <p:nvPr/>
          </p:nvSpPr>
          <p:spPr>
            <a:xfrm>
              <a:off x="6086100" y="2673251"/>
              <a:ext cx="27708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47"/>
            <p:cNvSpPr txBox="1"/>
            <p:nvPr/>
          </p:nvSpPr>
          <p:spPr>
            <a:xfrm>
              <a:off x="6086100" y="3343393"/>
              <a:ext cx="277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47"/>
            <p:cNvSpPr txBox="1"/>
            <p:nvPr/>
          </p:nvSpPr>
          <p:spPr>
            <a:xfrm>
              <a:off x="6086100" y="4013625"/>
              <a:ext cx="2770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78" name="Google Shape;378;p47"/>
            <p:cNvCxnSpPr/>
            <p:nvPr/>
          </p:nvCxnSpPr>
          <p:spPr>
            <a:xfrm>
              <a:off x="284850" y="2003200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47"/>
            <p:cNvCxnSpPr/>
            <p:nvPr/>
          </p:nvCxnSpPr>
          <p:spPr>
            <a:xfrm>
              <a:off x="284850" y="2673333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47"/>
            <p:cNvCxnSpPr/>
            <p:nvPr/>
          </p:nvCxnSpPr>
          <p:spPr>
            <a:xfrm>
              <a:off x="284850" y="3343467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47"/>
            <p:cNvCxnSpPr/>
            <p:nvPr/>
          </p:nvCxnSpPr>
          <p:spPr>
            <a:xfrm>
              <a:off x="284850" y="4013600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47"/>
            <p:cNvCxnSpPr/>
            <p:nvPr/>
          </p:nvCxnSpPr>
          <p:spPr>
            <a:xfrm>
              <a:off x="284850" y="4683725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47"/>
            <p:cNvCxnSpPr/>
            <p:nvPr/>
          </p:nvCxnSpPr>
          <p:spPr>
            <a:xfrm>
              <a:off x="284850" y="1555125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4" name="Google Shape;384;p47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385" name="Google Shape;38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86" name="Google Shape;38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