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47"/>
          <p:cNvSpPr txBox="1"/>
          <p:nvPr>
            <p:ph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project objectives</a:t>
            </a:r>
            <a:endParaRPr/>
          </a:p>
        </p:txBody>
      </p:sp>
      <p:sp>
        <p:nvSpPr>
          <p:cNvPr id="363" name="Google Shape;363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4" name="Google Shape;364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5" name="Google Shape;365;p47"/>
          <p:cNvSpPr txBox="1"/>
          <p:nvPr>
            <p:ph idx="1" type="body"/>
          </p:nvPr>
        </p:nvSpPr>
        <p:spPr>
          <a:xfrm>
            <a:off x="24574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project goal. This might be a concrete, measurable target or key performance indicator (KPI).</a:t>
            </a:r>
            <a:endParaRPr/>
          </a:p>
        </p:txBody>
      </p:sp>
      <p:sp>
        <p:nvSpPr>
          <p:cNvPr id="366" name="Google Shape;366;p47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goals might be more aspirational and difficult to quantify. You can mention them here as well. </a:t>
            </a:r>
            <a:endParaRPr/>
          </a:p>
        </p:txBody>
      </p:sp>
      <p:sp>
        <p:nvSpPr>
          <p:cNvPr id="367" name="Google Shape;367;p47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goals as </a:t>
            </a:r>
            <a:r>
              <a:rPr lang="en"/>
              <a:t>needed</a:t>
            </a:r>
            <a:r>
              <a:rPr lang="en"/>
              <a:t>. Consider what’s feasible and relevant to your project. Duplicate this slide if you need more space. </a:t>
            </a:r>
            <a:endParaRPr/>
          </a:p>
        </p:txBody>
      </p:sp>
      <p:sp>
        <p:nvSpPr>
          <p:cNvPr id="368" name="Google Shape;368;p47"/>
          <p:cNvSpPr/>
          <p:nvPr/>
        </p:nvSpPr>
        <p:spPr>
          <a:xfrm>
            <a:off x="2456701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47"/>
          <p:cNvSpPr/>
          <p:nvPr/>
        </p:nvSpPr>
        <p:spPr>
          <a:xfrm>
            <a:off x="4655042" y="3100836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47"/>
          <p:cNvSpPr/>
          <p:nvPr/>
        </p:nvSpPr>
        <p:spPr>
          <a:xfrm>
            <a:off x="6801409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1" name="Google Shape;371;p47"/>
          <p:cNvCxnSpPr/>
          <p:nvPr/>
        </p:nvCxnSpPr>
        <p:spPr>
          <a:xfrm>
            <a:off x="283850" y="291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7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